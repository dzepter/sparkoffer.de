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0.svg" ContentType="image/svg+xml"/>
  <Override PartName="/ppt/media/image82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04"/>
  </p:notesMasterIdLst>
  <p:handoutMasterIdLst>
    <p:handoutMasterId r:id="rId105"/>
  </p:handoutMasterIdLst>
  <p:sldIdLst>
    <p:sldId id="329" r:id="rId6"/>
    <p:sldId id="332" r:id="rId48"/>
    <p:sldId id="355" r:id="rId60"/>
    <p:sldId id="405" r:id="rId61"/>
    <p:sldId id="356" r:id="rId71"/>
    <p:sldId id="390" r:id="rId65"/>
    <p:sldId id="406" r:id="rId115"/>
    <p:sldId id="407" r:id="rId116"/>
    <p:sldId id="408" r:id="rId117"/>
    <p:sldId id="341" r:id="rId83"/>
    <p:sldId id="288" r:id="rId68"/>
    <p:sldId id="357" r:id="rId76"/>
    <p:sldId id="409" r:id="rId118"/>
    <p:sldId id="333" r:id="rId50"/>
    <p:sldId id="295" r:id="rId92"/>
  </p:sldIdLst>
  <p:sldSz cx="12192000" cy="6858000"/>
  <p:notesSz cx="6858000" cy="9144000"/>
  <p:embeddedFontLst>
    <p:embeddedFont>
      <p:font typeface="Gilroy Bold" panose="00000800000000000000" pitchFamily="50" charset="0"/>
      <p:bold r:id="rId106"/>
    </p:embeddedFont>
    <p:embeddedFont>
      <p:font typeface="Gilroy Medium" panose="00000600000000000000" pitchFamily="50" charset="0"/>
      <p:regular r:id="rId107"/>
    </p:embeddedFont>
    <p:embeddedFont>
      <p:font typeface="Roboto Light" panose="02000000000000000000" pitchFamily="2" charset="0"/>
      <p:regular r:id="rId108"/>
      <p:italic r:id="rId109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ristoph Kratz" initials="CK" lastIdx="41" clrIdx="0">
    <p:extLst>
      <p:ext uri="{19B8F6BF-5375-455C-9EA6-DF929625EA0E}">
        <p15:presenceInfo xmlns:p15="http://schemas.microsoft.com/office/powerpoint/2012/main" userId="Christoph Kratz" providerId="None"/>
      </p:ext>
    </p:extLst>
  </p:cmAuthor>
  <p:cmAuthor id="2" name="Andrea Staub" initials="AS" lastIdx="56" clrIdx="1">
    <p:extLst>
      <p:ext uri="{19B8F6BF-5375-455C-9EA6-DF929625EA0E}">
        <p15:presenceInfo xmlns:p15="http://schemas.microsoft.com/office/powerpoint/2012/main" userId="S-1-5-21-1363819813-1227500479-1734353810-8057" providerId="AD"/>
      </p:ext>
    </p:extLst>
  </p:cmAuthor>
  <p:cmAuthor id="3" name="Ute Simon" initials="US" lastIdx="27" clrIdx="2">
    <p:extLst>
      <p:ext uri="{19B8F6BF-5375-455C-9EA6-DF929625EA0E}">
        <p15:presenceInfo xmlns:p15="http://schemas.microsoft.com/office/powerpoint/2012/main" userId="Ute Sim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Helle Formatvorlage 2 - Akz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5BE263C-DBD7-4A20-BB59-AAB30ACAA65A}" styleName="Mittlere Formatvorlage 3 - Akz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8" autoAdjust="0"/>
    <p:restoredTop sz="94660"/>
  </p:normalViewPr>
  <p:slideViewPr>
    <p:cSldViewPr showGuides="1">
      <p:cViewPr varScale="1">
        <p:scale>
          <a:sx n="73" d="100"/>
          <a:sy n="73" d="100"/>
        </p:scale>
        <p:origin x="106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-39629"/>
    </p:cViewPr>
  </p:sorterViewPr>
  <p:notesViewPr>
    <p:cSldViewPr showGuides="1">
      <p:cViewPr varScale="1">
        <p:scale>
          <a:sx n="59" d="100"/>
          <a:sy n="59" d="100"/>
        </p:scale>
        <p:origin x="3226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48" Type="http://schemas.openxmlformats.org/officeDocument/2006/relationships/slide" Target="slides/slide2.xml"/><Relationship Id="rId50" Type="http://schemas.openxmlformats.org/officeDocument/2006/relationships/slide" Target="slides/slide14.xml"/><Relationship Id="rId60" Type="http://schemas.openxmlformats.org/officeDocument/2006/relationships/slide" Target="slides/slide3.xml"/><Relationship Id="rId61" Type="http://schemas.openxmlformats.org/officeDocument/2006/relationships/slide" Target="slides/slide4.xml"/><Relationship Id="rId65" Type="http://schemas.openxmlformats.org/officeDocument/2006/relationships/slide" Target="slides/slide6.xml"/><Relationship Id="rId68" Type="http://schemas.openxmlformats.org/officeDocument/2006/relationships/slide" Target="slides/slide11.xml"/><Relationship Id="rId71" Type="http://schemas.openxmlformats.org/officeDocument/2006/relationships/slide" Target="slides/slide5.xml"/><Relationship Id="rId76" Type="http://schemas.openxmlformats.org/officeDocument/2006/relationships/slide" Target="slides/slide12.xml"/><Relationship Id="rId83" Type="http://schemas.openxmlformats.org/officeDocument/2006/relationships/slide" Target="slides/slide10.xml"/><Relationship Id="rId92" Type="http://schemas.openxmlformats.org/officeDocument/2006/relationships/slide" Target="slides/slide15.xml"/><Relationship Id="rId104" Type="http://schemas.openxmlformats.org/officeDocument/2006/relationships/notesMaster" Target="notesMasters/notesMaster1.xml"/><Relationship Id="rId105" Type="http://schemas.openxmlformats.org/officeDocument/2006/relationships/handoutMaster" Target="handoutMasters/handoutMaster1.xml"/><Relationship Id="rId106" Type="http://schemas.openxmlformats.org/officeDocument/2006/relationships/font" Target="fonts/font1.fntdata"/><Relationship Id="rId107" Type="http://schemas.openxmlformats.org/officeDocument/2006/relationships/font" Target="fonts/font2.fntdata"/><Relationship Id="rId108" Type="http://schemas.openxmlformats.org/officeDocument/2006/relationships/font" Target="fonts/font3.fntdata"/><Relationship Id="rId109" Type="http://schemas.openxmlformats.org/officeDocument/2006/relationships/font" Target="fonts/font4.fntdata"/><Relationship Id="rId110" Type="http://schemas.openxmlformats.org/officeDocument/2006/relationships/commentAuthors" Target="commentAuthors.xml"/><Relationship Id="rId111" Type="http://schemas.openxmlformats.org/officeDocument/2006/relationships/presProps" Target="presProps.xml"/><Relationship Id="rId112" Type="http://schemas.openxmlformats.org/officeDocument/2006/relationships/viewProps" Target="viewProps.xml"/><Relationship Id="rId113" Type="http://schemas.openxmlformats.org/officeDocument/2006/relationships/theme" Target="theme/theme1.xml"/><Relationship Id="rId114" Type="http://schemas.openxmlformats.org/officeDocument/2006/relationships/tableStyles" Target="tableStyles.xml"/><Relationship Id="rId115" Type="http://schemas.openxmlformats.org/officeDocument/2006/relationships/slide" Target="slides/slide7.xml"/><Relationship Id="rId116" Type="http://schemas.openxmlformats.org/officeDocument/2006/relationships/slide" Target="slides/slide8.xml"/><Relationship Id="rId117" Type="http://schemas.openxmlformats.org/officeDocument/2006/relationships/slide" Target="slides/slide9.xml"/><Relationship Id="rId118" Type="http://schemas.openxmlformats.org/officeDocument/2006/relationships/slide" Target="slides/slide1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6574066F-6D30-4F10-A497-E0F994DF125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B418772A-7A87-4E05-A441-4DAED27A5E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A5B0BC-EA49-4D13-8D23-DB9407278C8E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985302A-0B4C-4E9E-B906-F569B5FDB8A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E90CB70-BB51-453B-B6E7-C7820FA2ED6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5E17F-7F29-4A09-868C-2B930F1C69D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1941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14FF0C-7594-4822-8FCF-34922D6F3C86}" type="datetimeFigureOut">
              <a:rPr lang="de-DE" smtClean="0"/>
              <a:t>21.07.2026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69A81-B7B0-4808-AD1D-F101789FBE0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7047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2888" y="738188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DA3C8-6519-4BEE-9E8D-7A8CABC88CA2}" type="slidenum">
              <a:rPr lang="de-DE" smtClean="0"/>
              <a:pPr/>
              <a:t>72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099345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242888" y="738188"/>
            <a:ext cx="5486400" cy="30861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6ADA3C8-6519-4BEE-9E8D-7A8CABC88CA2}" type="slidenum">
              <a:rPr lang="de-DE" smtClean="0"/>
              <a:pPr/>
              <a:t>79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969395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4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18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4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26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28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png"/><Relationship Id="rId3" Type="http://schemas.openxmlformats.org/officeDocument/2006/relationships/image" Target="../media/image30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32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4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sv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8.sv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0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44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5.png"/><Relationship Id="rId3" Type="http://schemas.openxmlformats.org/officeDocument/2006/relationships/image" Target="../media/image46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7.png"/><Relationship Id="rId3" Type="http://schemas.openxmlformats.org/officeDocument/2006/relationships/image" Target="../media/image48.sv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0.sv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1.png"/><Relationship Id="rId3" Type="http://schemas.openxmlformats.org/officeDocument/2006/relationships/image" Target="../media/image52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5.png"/><Relationship Id="rId3" Type="http://schemas.openxmlformats.org/officeDocument/2006/relationships/image" Target="../media/image56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58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9.png"/><Relationship Id="rId3" Type="http://schemas.openxmlformats.org/officeDocument/2006/relationships/image" Target="../media/image60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1.png"/><Relationship Id="rId3" Type="http://schemas.openxmlformats.org/officeDocument/2006/relationships/image" Target="../media/image62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3.png"/><Relationship Id="rId3" Type="http://schemas.openxmlformats.org/officeDocument/2006/relationships/image" Target="../media/image6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5.png"/><Relationship Id="rId3" Type="http://schemas.openxmlformats.org/officeDocument/2006/relationships/image" Target="../media/image66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7.png"/><Relationship Id="rId3" Type="http://schemas.openxmlformats.org/officeDocument/2006/relationships/image" Target="../media/image68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9.png"/><Relationship Id="rId3" Type="http://schemas.openxmlformats.org/officeDocument/2006/relationships/image" Target="../media/image70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1.png"/><Relationship Id="rId3" Type="http://schemas.openxmlformats.org/officeDocument/2006/relationships/image" Target="../media/image72.svg"/><Relationship Id="rId4" Type="http://schemas.openxmlformats.org/officeDocument/2006/relationships/image" Target="../media/image1.emf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3.png"/><Relationship Id="rId3" Type="http://schemas.openxmlformats.org/officeDocument/2006/relationships/image" Target="../media/image74.svg"/><Relationship Id="rId4" Type="http://schemas.openxmlformats.org/officeDocument/2006/relationships/image" Target="../media/image1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5.png"/><Relationship Id="rId3" Type="http://schemas.openxmlformats.org/officeDocument/2006/relationships/image" Target="../media/image76.svg"/><Relationship Id="rId4" Type="http://schemas.openxmlformats.org/officeDocument/2006/relationships/image" Target="../media/image1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7.png"/><Relationship Id="rId3" Type="http://schemas.openxmlformats.org/officeDocument/2006/relationships/image" Target="../media/image78.svg"/><Relationship Id="rId4" Type="http://schemas.openxmlformats.org/officeDocument/2006/relationships/image" Target="../media/image1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79.png"/><Relationship Id="rId5" Type="http://schemas.openxmlformats.org/officeDocument/2006/relationships/image" Target="../media/image80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1.png"/><Relationship Id="rId3" Type="http://schemas.openxmlformats.org/officeDocument/2006/relationships/image" Target="../media/image82.svg"/><Relationship Id="rId4" Type="http://schemas.openxmlformats.org/officeDocument/2006/relationships/image" Target="../media/image2.png"/><Relationship Id="rId5" Type="http://schemas.openxmlformats.org/officeDocument/2006/relationships/image" Target="../media/image3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pyur.com/business" TargetMode="External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83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svg"/><Relationship Id="rId4" Type="http://schemas.openxmlformats.org/officeDocument/2006/relationships/image" Target="../media/image8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ohne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A79825-4634-45D8-9578-E68C0D9CAE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799" y="432000"/>
            <a:ext cx="11305775" cy="1124792"/>
          </a:xfrm>
        </p:spPr>
        <p:txBody>
          <a:bodyPr anchor="t">
            <a:noAutofit/>
          </a:bodyPr>
          <a:lstStyle>
            <a:lvl1pPr algn="l">
              <a:lnSpc>
                <a:spcPct val="85000"/>
              </a:lnSpc>
              <a:defRPr sz="8000" spc="-150" baseline="0"/>
            </a:lvl1pPr>
          </a:lstStyle>
          <a:p>
            <a:r>
              <a:rPr lang="de-DE" dirty="0"/>
              <a:t>Titel ohne Bild.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6EEC88-1342-403F-BC5E-AB05F30081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1556792"/>
            <a:ext cx="11305775" cy="720080"/>
          </a:xfrm>
        </p:spPr>
        <p:txBody>
          <a:bodyPr>
            <a:noAutofit/>
          </a:bodyPr>
          <a:lstStyle>
            <a:lvl1pPr marL="0" indent="0" algn="l">
              <a:buNone/>
              <a:defRPr sz="4400" spc="100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Untertitel.</a:t>
            </a:r>
          </a:p>
        </p:txBody>
      </p:sp>
      <p:pic>
        <p:nvPicPr>
          <p:cNvPr id="5" name="PYUR-Logo_Tagline">
            <a:extLst>
              <a:ext uri="{FF2B5EF4-FFF2-40B4-BE49-F238E27FC236}">
                <a16:creationId xmlns:a16="http://schemas.microsoft.com/office/drawing/2014/main" id="{42481BF4-EAF4-4B6D-B52B-C71D057D711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24" y="5534975"/>
            <a:ext cx="1935000" cy="990000"/>
          </a:xfrm>
          <a:prstGeom prst="rect">
            <a:avLst/>
          </a:prstGeom>
        </p:spPr>
      </p:pic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323F89F-7B42-43B2-97EC-5A999D8B68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2348881"/>
            <a:ext cx="11306175" cy="332704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de-DE" dirty="0"/>
              <a:t>Datum, Ort</a:t>
            </a:r>
          </a:p>
        </p:txBody>
      </p:sp>
    </p:spTree>
    <p:extLst>
      <p:ext uri="{BB962C8B-B14F-4D97-AF65-F5344CB8AC3E}">
        <p14:creationId xmlns:p14="http://schemas.microsoft.com/office/powerpoint/2010/main" val="2643498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 mit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A9816D8-71D3-43AF-8A9E-083D40FF1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052736"/>
            <a:ext cx="11376024" cy="864000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spc="1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99F392-3234-46D6-8274-4DA540A2D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2358000"/>
            <a:ext cx="11376025" cy="3888000"/>
          </a:xfrm>
        </p:spPr>
        <p:txBody>
          <a:bodyPr/>
          <a:lstStyle>
            <a:lvl1pPr marL="180000" indent="-180000">
              <a:buClrTx/>
              <a:buFontTx/>
              <a:buNone/>
              <a:defRPr/>
            </a:lvl1pPr>
            <a:lvl2pPr marL="360000" indent="-180000">
              <a:buFontTx/>
              <a:buNone/>
              <a:defRPr/>
            </a:lvl2pPr>
            <a:lvl3pPr marL="540000" indent="-180000">
              <a:buFontTx/>
              <a:buNone/>
              <a:defRPr/>
            </a:lvl3pPr>
            <a:lvl4pPr marL="720000" indent="-180000">
              <a:buFontTx/>
              <a:buNone/>
              <a:defRPr/>
            </a:lvl4pPr>
            <a:lvl5pPr marL="900000" indent="-180000"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C72954C9-77FB-4854-A8E9-D355E7FC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E838F0-8E25-4960-850F-49C15DF26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915E99-DFE2-49AC-B0C3-B349E5B8FD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63427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 ohn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EFE35A4D-34D0-464B-9E66-422BA0176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25496"/>
            <a:ext cx="11376025" cy="1224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99F392-3234-46D6-8274-4DA540A2D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2133600"/>
            <a:ext cx="11376025" cy="4112400"/>
          </a:xfrm>
        </p:spPr>
        <p:txBody>
          <a:bodyPr/>
          <a:lstStyle>
            <a:lvl1pPr>
              <a:buFontTx/>
              <a:buNone/>
              <a:defRPr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145E334-624C-4C03-A97F-58FC0D6CFF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0853B99-20A6-4D63-BA9F-612C4601050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874979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und Bild kl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CD2C7-2274-44FD-83D4-92B0A9ACB0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6" y="424800"/>
            <a:ext cx="6048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Folien-Titel.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771AD2-8A81-43FD-9956-8A5D622FF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71199"/>
            <a:ext cx="6048000" cy="4456800"/>
          </a:xfrm>
        </p:spPr>
        <p:txBody>
          <a:bodyPr vert="horz" lIns="72000" tIns="36000" rIns="72000" bIns="36000" rtlCol="0">
            <a:noAutofit/>
          </a:bodyPr>
          <a:lstStyle>
            <a:lvl1pPr marL="216000" indent="-216000">
              <a:buFont typeface="Arial" panose="020B0604020202020204" pitchFamily="34" charset="0"/>
              <a:buChar char="•"/>
              <a:defRPr lang="de-DE" dirty="0"/>
            </a:lvl1pPr>
            <a:lvl2pPr marL="360000" indent="-180000">
              <a:buFont typeface="Roboto Light" panose="02000000000000000000" pitchFamily="2" charset="0"/>
              <a:buChar char="•"/>
              <a:defRPr lang="de-DE" dirty="0"/>
            </a:lvl2pPr>
            <a:lvl3pPr marL="540000" indent="-180000">
              <a:buFont typeface="Roboto Light" panose="02000000000000000000" pitchFamily="2" charset="0"/>
              <a:buChar char="•"/>
              <a:defRPr lang="de-DE" dirty="0"/>
            </a:lvl3pPr>
            <a:lvl4pPr marL="720000" indent="-180000">
              <a:buFont typeface="Roboto Light" panose="02000000000000000000" pitchFamily="2" charset="0"/>
              <a:buChar char="•"/>
              <a:defRPr lang="de-DE" dirty="0"/>
            </a:lvl4pPr>
            <a:lvl5pPr marL="900000" indent="-180000">
              <a:buFont typeface="Roboto Light" panose="02000000000000000000" pitchFamily="2" charset="0"/>
              <a:buChar char="•"/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A69D4C18-5D88-4445-8A44-79421EE48D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00056" y="424800"/>
            <a:ext cx="5112519" cy="6432795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4" name="Logo-Platzhalter">
            <a:extLst>
              <a:ext uri="{FF2B5EF4-FFF2-40B4-BE49-F238E27FC236}">
                <a16:creationId xmlns:a16="http://schemas.microsoft.com/office/drawing/2014/main" id="{F9E99CD6-69A1-4A30-9293-24C45540903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10866334" y="6198168"/>
            <a:ext cx="846000" cy="3276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78FE51B0-2E6B-42CD-AFA0-BD1CE47416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051199"/>
            <a:ext cx="6048000" cy="72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 marL="0" indent="0">
              <a:buNone/>
              <a:defRPr lang="de-DE" sz="2400" spc="100" dirty="0">
                <a:solidFill>
                  <a:schemeClr val="accent3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de-DE" dirty="0"/>
              <a:t>Subline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DFF737A-F7EE-48B3-92E4-A4497FFBA6B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483C024-35A8-4BE5-A779-38CD0A32A45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3641417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und Bild g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A69D4C18-5D88-4445-8A44-79421EE48D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03912" y="-19878"/>
            <a:ext cx="6888088" cy="6857596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8CD2C7-2274-44FD-83D4-92B0A9ACB0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6" y="424800"/>
            <a:ext cx="5039940" cy="720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Folien-Titel.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771AD2-8A81-43FD-9956-8A5D622FF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71199"/>
            <a:ext cx="5039940" cy="4456800"/>
          </a:xfrm>
        </p:spPr>
        <p:txBody>
          <a:bodyPr/>
          <a:lstStyle>
            <a:lvl1pPr marL="216000" indent="-216000">
              <a:buFont typeface="Arial" panose="020B0604020202020204" pitchFamily="34" charset="0"/>
              <a:buChar char="•"/>
              <a:defRPr sz="1400"/>
            </a:lvl1pPr>
            <a:lvl2pPr marL="360000" indent="-180000">
              <a:buFont typeface="Roboto Light" panose="02000000000000000000" pitchFamily="2" charset="0"/>
              <a:buChar char="•"/>
              <a:defRPr/>
            </a:lvl2pPr>
            <a:lvl3pPr marL="540000" indent="-180000">
              <a:buFont typeface="Roboto Light" panose="02000000000000000000" pitchFamily="2" charset="0"/>
              <a:buChar char="•"/>
              <a:defRPr/>
            </a:lvl3pPr>
            <a:lvl4pPr marL="720000" indent="-180000">
              <a:buFont typeface="Roboto Light" panose="02000000000000000000" pitchFamily="2" charset="0"/>
              <a:buChar char="•"/>
              <a:defRPr/>
            </a:lvl4pPr>
            <a:lvl5pPr marL="900000" indent="-180000">
              <a:buFont typeface="Roboto Light" panose="02000000000000000000" pitchFamily="2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Logo-Platzhalter">
            <a:extLst>
              <a:ext uri="{FF2B5EF4-FFF2-40B4-BE49-F238E27FC236}">
                <a16:creationId xmlns:a16="http://schemas.microsoft.com/office/drawing/2014/main" id="{F9E99CD6-69A1-4A30-9293-24C45540903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10866334" y="6198168"/>
            <a:ext cx="846000" cy="3276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78FE51B0-2E6B-42CD-AFA0-BD1CE47416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051199"/>
            <a:ext cx="5039940" cy="72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 marL="0" indent="0">
              <a:buNone/>
              <a:defRPr lang="de-DE" sz="2400" spc="100" dirty="0">
                <a:solidFill>
                  <a:schemeClr val="accent3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de-DE" dirty="0"/>
              <a:t>Subline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A95DB4-299F-4F45-AC9E-D2D85DED35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F2F3F-F066-47FD-9EC0-89641B4D9F0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961674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 und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8CD2C7-2274-44FD-83D4-92B0A9ACB0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6" y="424800"/>
            <a:ext cx="6048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Folien-Titel.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3771AD2-8A81-43FD-9956-8A5D622FFB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8" y="1771200"/>
            <a:ext cx="6048000" cy="4466088"/>
          </a:xfrm>
        </p:spPr>
        <p:txBody>
          <a:bodyPr/>
          <a:lstStyle>
            <a:lvl1pPr marL="0" indent="0">
              <a:buNone/>
              <a:defRPr sz="1400"/>
            </a:lvl1pPr>
            <a:lvl2pPr marL="360000" indent="-180000">
              <a:buFont typeface="Roboto Light" panose="02000000000000000000" pitchFamily="2" charset="0"/>
              <a:buChar char="•"/>
              <a:defRPr/>
            </a:lvl2pPr>
            <a:lvl3pPr marL="540000" indent="-180000">
              <a:buFont typeface="Roboto Light" panose="02000000000000000000" pitchFamily="2" charset="0"/>
              <a:buChar char="•"/>
              <a:defRPr/>
            </a:lvl3pPr>
            <a:lvl4pPr marL="720000" indent="-180000">
              <a:buFont typeface="Roboto Light" panose="02000000000000000000" pitchFamily="2" charset="0"/>
              <a:buChar char="•"/>
              <a:defRPr/>
            </a:lvl4pPr>
            <a:lvl5pPr marL="900000" indent="-180000">
              <a:buFont typeface="Roboto Light" panose="02000000000000000000" pitchFamily="2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78FE51B0-2E6B-42CD-AFA0-BD1CE47416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051200"/>
            <a:ext cx="6048000" cy="72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 marL="0" indent="0">
              <a:buNone/>
              <a:defRPr lang="de-DE" sz="2400" spc="100" dirty="0">
                <a:solidFill>
                  <a:schemeClr val="accent3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de-DE" dirty="0"/>
              <a:t>Subline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A69D4C18-5D88-4445-8A44-79421EE48D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00825" y="395288"/>
            <a:ext cx="5109975" cy="28800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12">
            <a:extLst>
              <a:ext uri="{FF2B5EF4-FFF2-40B4-BE49-F238E27FC236}">
                <a16:creationId xmlns:a16="http://schemas.microsoft.com/office/drawing/2014/main" id="{D8C5E821-22B2-4FDE-8687-D2CF89C6498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00825" y="3357288"/>
            <a:ext cx="5109975" cy="28800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83F78E4-761D-44AB-8F6F-60C35CE918B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6595C1-0CE9-426B-A829-879853C35A1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8302963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 mit Kreis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>
            <a:extLst>
              <a:ext uri="{FF2B5EF4-FFF2-40B4-BE49-F238E27FC236}">
                <a16:creationId xmlns:a16="http://schemas.microsoft.com/office/drawing/2014/main" id="{EFE35A4D-34D0-464B-9E66-422BA01766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25496"/>
            <a:ext cx="3167733" cy="700042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99F392-3234-46D6-8274-4DA540A2D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550631"/>
            <a:ext cx="3167733" cy="469536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2" name="Ellipse 11" hidden="1">
            <a:extLst>
              <a:ext uri="{FF2B5EF4-FFF2-40B4-BE49-F238E27FC236}">
                <a16:creationId xmlns:a16="http://schemas.microsoft.com/office/drawing/2014/main" id="{BDC00171-055D-4740-9A47-670090D1EDA2}"/>
              </a:ext>
            </a:extLst>
          </p:cNvPr>
          <p:cNvSpPr>
            <a:spLocks noChangeAspect="1"/>
          </p:cNvSpPr>
          <p:nvPr/>
        </p:nvSpPr>
        <p:spPr>
          <a:xfrm>
            <a:off x="3553495" y="2514104"/>
            <a:ext cx="4320000" cy="432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e-DE" dirty="0"/>
          </a:p>
        </p:txBody>
      </p:sp>
      <p:sp>
        <p:nvSpPr>
          <p:cNvPr id="13" name="Ellipse 12" hidden="1">
            <a:extLst>
              <a:ext uri="{FF2B5EF4-FFF2-40B4-BE49-F238E27FC236}">
                <a16:creationId xmlns:a16="http://schemas.microsoft.com/office/drawing/2014/main" id="{C498AAA1-EFB3-457C-BF7B-A6F6E1CDD0E1}"/>
              </a:ext>
            </a:extLst>
          </p:cNvPr>
          <p:cNvSpPr>
            <a:spLocks noChangeAspect="1"/>
          </p:cNvSpPr>
          <p:nvPr/>
        </p:nvSpPr>
        <p:spPr>
          <a:xfrm>
            <a:off x="7494204" y="1893337"/>
            <a:ext cx="4536000" cy="453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e-DE" dirty="0"/>
          </a:p>
        </p:txBody>
      </p:sp>
      <p:sp>
        <p:nvSpPr>
          <p:cNvPr id="14" name="Ellipse 13" hidden="1">
            <a:extLst>
              <a:ext uri="{FF2B5EF4-FFF2-40B4-BE49-F238E27FC236}">
                <a16:creationId xmlns:a16="http://schemas.microsoft.com/office/drawing/2014/main" id="{DB272311-FA25-4D46-B783-D842D7F80F28}"/>
              </a:ext>
            </a:extLst>
          </p:cNvPr>
          <p:cNvSpPr>
            <a:spLocks noChangeAspect="1"/>
          </p:cNvSpPr>
          <p:nvPr/>
        </p:nvSpPr>
        <p:spPr>
          <a:xfrm>
            <a:off x="5095480" y="-876729"/>
            <a:ext cx="4464496" cy="44644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e-DE" dirty="0"/>
          </a:p>
        </p:txBody>
      </p:sp>
      <p:sp>
        <p:nvSpPr>
          <p:cNvPr id="15" name="Ellipse 14" hidden="1">
            <a:extLst>
              <a:ext uri="{FF2B5EF4-FFF2-40B4-BE49-F238E27FC236}">
                <a16:creationId xmlns:a16="http://schemas.microsoft.com/office/drawing/2014/main" id="{350EA4B7-EFF9-4161-8F52-AFC6547AB99F}"/>
              </a:ext>
            </a:extLst>
          </p:cNvPr>
          <p:cNvSpPr>
            <a:spLocks noChangeAspect="1"/>
          </p:cNvSpPr>
          <p:nvPr/>
        </p:nvSpPr>
        <p:spPr>
          <a:xfrm>
            <a:off x="3553495" y="2514104"/>
            <a:ext cx="4320000" cy="432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e-DE" dirty="0"/>
          </a:p>
        </p:txBody>
      </p:sp>
      <p:sp>
        <p:nvSpPr>
          <p:cNvPr id="16" name="Ellipse 15" hidden="1">
            <a:extLst>
              <a:ext uri="{FF2B5EF4-FFF2-40B4-BE49-F238E27FC236}">
                <a16:creationId xmlns:a16="http://schemas.microsoft.com/office/drawing/2014/main" id="{162363EB-EED5-4F4F-9624-CD948C233D32}"/>
              </a:ext>
            </a:extLst>
          </p:cNvPr>
          <p:cNvSpPr>
            <a:spLocks noChangeAspect="1"/>
          </p:cNvSpPr>
          <p:nvPr/>
        </p:nvSpPr>
        <p:spPr>
          <a:xfrm>
            <a:off x="7494204" y="1893337"/>
            <a:ext cx="4536000" cy="4536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e-DE" dirty="0"/>
          </a:p>
        </p:txBody>
      </p:sp>
      <p:sp>
        <p:nvSpPr>
          <p:cNvPr id="17" name="Ellipse 16" hidden="1">
            <a:extLst>
              <a:ext uri="{FF2B5EF4-FFF2-40B4-BE49-F238E27FC236}">
                <a16:creationId xmlns:a16="http://schemas.microsoft.com/office/drawing/2014/main" id="{36B63E1B-3824-43F3-B92E-7584FD320EF8}"/>
              </a:ext>
            </a:extLst>
          </p:cNvPr>
          <p:cNvSpPr>
            <a:spLocks noChangeAspect="1"/>
          </p:cNvSpPr>
          <p:nvPr/>
        </p:nvSpPr>
        <p:spPr>
          <a:xfrm>
            <a:off x="5095480" y="-876729"/>
            <a:ext cx="4464496" cy="44644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de-DE" dirty="0"/>
          </a:p>
        </p:txBody>
      </p:sp>
      <p:sp>
        <p:nvSpPr>
          <p:cNvPr id="32" name="Kreis blau">
            <a:extLst>
              <a:ext uri="{FF2B5EF4-FFF2-40B4-BE49-F238E27FC236}">
                <a16:creationId xmlns:a16="http://schemas.microsoft.com/office/drawing/2014/main" id="{FB75EA2E-474B-435E-A145-7E85B74EA298}"/>
              </a:ext>
            </a:extLst>
          </p:cNvPr>
          <p:cNvSpPr>
            <a:spLocks noChangeAspect="1"/>
          </p:cNvSpPr>
          <p:nvPr/>
        </p:nvSpPr>
        <p:spPr>
          <a:xfrm>
            <a:off x="5087714" y="0"/>
            <a:ext cx="4464496" cy="3574099"/>
          </a:xfrm>
          <a:custGeom>
            <a:avLst/>
            <a:gdLst>
              <a:gd name="connsiteX0" fmla="*/ 461582 w 4464496"/>
              <a:gd name="connsiteY0" fmla="*/ 0 h 3574099"/>
              <a:gd name="connsiteX1" fmla="*/ 4002915 w 4464496"/>
              <a:gd name="connsiteY1" fmla="*/ 0 h 3574099"/>
              <a:gd name="connsiteX2" fmla="*/ 4083263 w 4464496"/>
              <a:gd name="connsiteY2" fmla="*/ 107449 h 3574099"/>
              <a:gd name="connsiteX3" fmla="*/ 4464496 w 4464496"/>
              <a:gd name="connsiteY3" fmla="*/ 1355520 h 3574099"/>
              <a:gd name="connsiteX4" fmla="*/ 4419145 w 4464496"/>
              <a:gd name="connsiteY4" fmla="*/ 1805396 h 3574099"/>
              <a:gd name="connsiteX5" fmla="*/ 4391835 w 4464496"/>
              <a:gd name="connsiteY5" fmla="*/ 1911610 h 3574099"/>
              <a:gd name="connsiteX6" fmla="*/ 4209643 w 4464496"/>
              <a:gd name="connsiteY6" fmla="*/ 1939416 h 3574099"/>
              <a:gd name="connsiteX7" fmla="*/ 2500689 w 4464496"/>
              <a:gd name="connsiteY7" fmla="*/ 3486904 h 3574099"/>
              <a:gd name="connsiteX8" fmla="*/ 2478422 w 4464496"/>
              <a:gd name="connsiteY8" fmla="*/ 3573505 h 3574099"/>
              <a:gd name="connsiteX9" fmla="*/ 2474532 w 4464496"/>
              <a:gd name="connsiteY9" fmla="*/ 3574099 h 3574099"/>
              <a:gd name="connsiteX10" fmla="*/ 2409121 w 4464496"/>
              <a:gd name="connsiteY10" fmla="*/ 3466428 h 3574099"/>
              <a:gd name="connsiteX11" fmla="*/ 618015 w 4464496"/>
              <a:gd name="connsiteY11" fmla="*/ 2514105 h 3574099"/>
              <a:gd name="connsiteX12" fmla="*/ 397168 w 4464496"/>
              <a:gd name="connsiteY12" fmla="*/ 2525257 h 3574099"/>
              <a:gd name="connsiteX13" fmla="*/ 339034 w 4464496"/>
              <a:gd name="connsiteY13" fmla="*/ 2534130 h 3574099"/>
              <a:gd name="connsiteX14" fmla="*/ 269420 w 4464496"/>
              <a:gd name="connsiteY14" fmla="*/ 2419542 h 3574099"/>
              <a:gd name="connsiteX15" fmla="*/ 0 w 4464496"/>
              <a:gd name="connsiteY15" fmla="*/ 1355520 h 3574099"/>
              <a:gd name="connsiteX16" fmla="*/ 381233 w 4464496"/>
              <a:gd name="connsiteY16" fmla="*/ 107449 h 3574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64496" h="3574099">
                <a:moveTo>
                  <a:pt x="461582" y="0"/>
                </a:moveTo>
                <a:lnTo>
                  <a:pt x="4002915" y="0"/>
                </a:lnTo>
                <a:lnTo>
                  <a:pt x="4083263" y="107449"/>
                </a:lnTo>
                <a:cubicBezTo>
                  <a:pt x="4323954" y="463718"/>
                  <a:pt x="4464496" y="893206"/>
                  <a:pt x="4464496" y="1355520"/>
                </a:cubicBezTo>
                <a:cubicBezTo>
                  <a:pt x="4464496" y="1509625"/>
                  <a:pt x="4448880" y="1660082"/>
                  <a:pt x="4419145" y="1805396"/>
                </a:cubicBezTo>
                <a:lnTo>
                  <a:pt x="4391835" y="1911610"/>
                </a:lnTo>
                <a:lnTo>
                  <a:pt x="4209643" y="1939416"/>
                </a:lnTo>
                <a:cubicBezTo>
                  <a:pt x="3397615" y="2105581"/>
                  <a:pt x="2743666" y="2705708"/>
                  <a:pt x="2500689" y="3486904"/>
                </a:cubicBezTo>
                <a:lnTo>
                  <a:pt x="2478422" y="3573505"/>
                </a:lnTo>
                <a:lnTo>
                  <a:pt x="2474532" y="3574099"/>
                </a:lnTo>
                <a:lnTo>
                  <a:pt x="2409121" y="3466428"/>
                </a:lnTo>
                <a:cubicBezTo>
                  <a:pt x="2020953" y="2891865"/>
                  <a:pt x="1363599" y="2514105"/>
                  <a:pt x="618015" y="2514105"/>
                </a:cubicBezTo>
                <a:cubicBezTo>
                  <a:pt x="543457" y="2514105"/>
                  <a:pt x="469781" y="2517883"/>
                  <a:pt x="397168" y="2525257"/>
                </a:cubicBezTo>
                <a:lnTo>
                  <a:pt x="339034" y="2534130"/>
                </a:lnTo>
                <a:lnTo>
                  <a:pt x="269420" y="2419542"/>
                </a:lnTo>
                <a:cubicBezTo>
                  <a:pt x="97599" y="2103248"/>
                  <a:pt x="0" y="1740782"/>
                  <a:pt x="0" y="1355520"/>
                </a:cubicBezTo>
                <a:cubicBezTo>
                  <a:pt x="0" y="893206"/>
                  <a:pt x="140542" y="463718"/>
                  <a:pt x="381233" y="10744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34" name="Text blau">
            <a:extLst>
              <a:ext uri="{FF2B5EF4-FFF2-40B4-BE49-F238E27FC236}">
                <a16:creationId xmlns:a16="http://schemas.microsoft.com/office/drawing/2014/main" id="{77F29D62-91AA-4AFC-B9F6-BFDB3C417E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8715" y="612775"/>
            <a:ext cx="4752975" cy="1473200"/>
          </a:xfrm>
        </p:spPr>
        <p:txBody>
          <a:bodyPr anchor="ctr"/>
          <a:lstStyle>
            <a:lvl1pPr algn="ctr"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 err="1"/>
              <a:t>Loremipsum</a:t>
            </a:r>
            <a:endParaRPr lang="de-DE" dirty="0"/>
          </a:p>
        </p:txBody>
      </p:sp>
      <p:sp>
        <p:nvSpPr>
          <p:cNvPr id="29" name="Sektor d-blau">
            <a:extLst>
              <a:ext uri="{FF2B5EF4-FFF2-40B4-BE49-F238E27FC236}">
                <a16:creationId xmlns:a16="http://schemas.microsoft.com/office/drawing/2014/main" id="{F073D9BB-57A2-4BBB-A15C-9A1CB70EFE64}"/>
              </a:ext>
            </a:extLst>
          </p:cNvPr>
          <p:cNvSpPr>
            <a:spLocks noChangeAspect="1"/>
          </p:cNvSpPr>
          <p:nvPr/>
        </p:nvSpPr>
        <p:spPr>
          <a:xfrm>
            <a:off x="5434514" y="2514105"/>
            <a:ext cx="2135498" cy="1073663"/>
          </a:xfrm>
          <a:custGeom>
            <a:avLst/>
            <a:gdLst>
              <a:gd name="connsiteX0" fmla="*/ 278981 w 2135498"/>
              <a:gd name="connsiteY0" fmla="*/ 0 h 1073663"/>
              <a:gd name="connsiteX1" fmla="*/ 2070087 w 2135498"/>
              <a:gd name="connsiteY1" fmla="*/ 952323 h 1073663"/>
              <a:gd name="connsiteX2" fmla="*/ 2135498 w 2135498"/>
              <a:gd name="connsiteY2" fmla="*/ 1059994 h 1073663"/>
              <a:gd name="connsiteX3" fmla="*/ 2121448 w 2135498"/>
              <a:gd name="connsiteY3" fmla="*/ 1062138 h 1073663"/>
              <a:gd name="connsiteX4" fmla="*/ 1893214 w 2135498"/>
              <a:gd name="connsiteY4" fmla="*/ 1073663 h 1073663"/>
              <a:gd name="connsiteX5" fmla="*/ 42199 w 2135498"/>
              <a:gd name="connsiteY5" fmla="*/ 89486 h 1073663"/>
              <a:gd name="connsiteX6" fmla="*/ 0 w 2135498"/>
              <a:gd name="connsiteY6" fmla="*/ 20025 h 1073663"/>
              <a:gd name="connsiteX7" fmla="*/ 58134 w 2135498"/>
              <a:gd name="connsiteY7" fmla="*/ 11152 h 1073663"/>
              <a:gd name="connsiteX8" fmla="*/ 278981 w 2135498"/>
              <a:gd name="connsiteY8" fmla="*/ 0 h 1073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135498" h="1073663">
                <a:moveTo>
                  <a:pt x="278981" y="0"/>
                </a:moveTo>
                <a:cubicBezTo>
                  <a:pt x="1024565" y="0"/>
                  <a:pt x="1681919" y="377760"/>
                  <a:pt x="2070087" y="952323"/>
                </a:cubicBezTo>
                <a:lnTo>
                  <a:pt x="2135498" y="1059994"/>
                </a:lnTo>
                <a:lnTo>
                  <a:pt x="2121448" y="1062138"/>
                </a:lnTo>
                <a:cubicBezTo>
                  <a:pt x="2046407" y="1069759"/>
                  <a:pt x="1970267" y="1073663"/>
                  <a:pt x="1893214" y="1073663"/>
                </a:cubicBezTo>
                <a:cubicBezTo>
                  <a:pt x="1122691" y="1073663"/>
                  <a:pt x="443350" y="683268"/>
                  <a:pt x="42199" y="89486"/>
                </a:cubicBezTo>
                <a:lnTo>
                  <a:pt x="0" y="20025"/>
                </a:lnTo>
                <a:lnTo>
                  <a:pt x="58134" y="11152"/>
                </a:lnTo>
                <a:cubicBezTo>
                  <a:pt x="130747" y="3778"/>
                  <a:pt x="204423" y="0"/>
                  <a:pt x="278981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3" name="Sektor d-grün">
            <a:extLst>
              <a:ext uri="{FF2B5EF4-FFF2-40B4-BE49-F238E27FC236}">
                <a16:creationId xmlns:a16="http://schemas.microsoft.com/office/drawing/2014/main" id="{25DE1772-7FEE-47C5-8B7B-8C049C5B107A}"/>
              </a:ext>
            </a:extLst>
          </p:cNvPr>
          <p:cNvSpPr>
            <a:spLocks noChangeAspect="1"/>
          </p:cNvSpPr>
          <p:nvPr/>
        </p:nvSpPr>
        <p:spPr>
          <a:xfrm>
            <a:off x="7573903" y="1911610"/>
            <a:ext cx="1913413" cy="1661895"/>
          </a:xfrm>
          <a:custGeom>
            <a:avLst/>
            <a:gdLst>
              <a:gd name="connsiteX0" fmla="*/ 1913413 w 1913413"/>
              <a:gd name="connsiteY0" fmla="*/ 0 h 1661895"/>
              <a:gd name="connsiteX1" fmla="*/ 1885717 w 1913413"/>
              <a:gd name="connsiteY1" fmla="*/ 107712 h 1661895"/>
              <a:gd name="connsiteX2" fmla="*/ 203702 w 1913413"/>
              <a:gd name="connsiteY2" fmla="*/ 1630807 h 1661895"/>
              <a:gd name="connsiteX3" fmla="*/ 0 w 1913413"/>
              <a:gd name="connsiteY3" fmla="*/ 1661895 h 1661895"/>
              <a:gd name="connsiteX4" fmla="*/ 22267 w 1913413"/>
              <a:gd name="connsiteY4" fmla="*/ 1575294 h 1661895"/>
              <a:gd name="connsiteX5" fmla="*/ 1731221 w 1913413"/>
              <a:gd name="connsiteY5" fmla="*/ 27806 h 1661895"/>
              <a:gd name="connsiteX6" fmla="*/ 1913413 w 1913413"/>
              <a:gd name="connsiteY6" fmla="*/ 0 h 1661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13413" h="1661895">
                <a:moveTo>
                  <a:pt x="1913413" y="0"/>
                </a:moveTo>
                <a:lnTo>
                  <a:pt x="1885717" y="107712"/>
                </a:lnTo>
                <a:cubicBezTo>
                  <a:pt x="1646570" y="876594"/>
                  <a:pt x="1002929" y="1467261"/>
                  <a:pt x="203702" y="1630807"/>
                </a:cubicBezTo>
                <a:lnTo>
                  <a:pt x="0" y="1661895"/>
                </a:lnTo>
                <a:lnTo>
                  <a:pt x="22267" y="1575294"/>
                </a:lnTo>
                <a:cubicBezTo>
                  <a:pt x="265244" y="794098"/>
                  <a:pt x="919193" y="193971"/>
                  <a:pt x="1731221" y="27806"/>
                </a:cubicBezTo>
                <a:lnTo>
                  <a:pt x="1913413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7" name="Kreis rot">
            <a:extLst>
              <a:ext uri="{FF2B5EF4-FFF2-40B4-BE49-F238E27FC236}">
                <a16:creationId xmlns:a16="http://schemas.microsoft.com/office/drawing/2014/main" id="{D8D27A9E-D97F-4EF5-B1BC-0AE9DABAE069}"/>
              </a:ext>
            </a:extLst>
          </p:cNvPr>
          <p:cNvSpPr>
            <a:spLocks noChangeAspect="1"/>
          </p:cNvSpPr>
          <p:nvPr/>
        </p:nvSpPr>
        <p:spPr>
          <a:xfrm>
            <a:off x="3553494" y="2534130"/>
            <a:ext cx="4233752" cy="4299975"/>
          </a:xfrm>
          <a:custGeom>
            <a:avLst/>
            <a:gdLst>
              <a:gd name="connsiteX0" fmla="*/ 1881019 w 4233752"/>
              <a:gd name="connsiteY0" fmla="*/ 0 h 4299975"/>
              <a:gd name="connsiteX1" fmla="*/ 1923218 w 4233752"/>
              <a:gd name="connsiteY1" fmla="*/ 69461 h 4299975"/>
              <a:gd name="connsiteX2" fmla="*/ 3774233 w 4233752"/>
              <a:gd name="connsiteY2" fmla="*/ 1053638 h 4299975"/>
              <a:gd name="connsiteX3" fmla="*/ 4002467 w 4233752"/>
              <a:gd name="connsiteY3" fmla="*/ 1042113 h 4299975"/>
              <a:gd name="connsiteX4" fmla="*/ 4016517 w 4233752"/>
              <a:gd name="connsiteY4" fmla="*/ 1039969 h 4299975"/>
              <a:gd name="connsiteX5" fmla="*/ 4019143 w 4233752"/>
              <a:gd name="connsiteY5" fmla="*/ 1044291 h 4299975"/>
              <a:gd name="connsiteX6" fmla="*/ 3986787 w 4233752"/>
              <a:gd name="connsiteY6" fmla="*/ 1170127 h 4299975"/>
              <a:gd name="connsiteX7" fmla="*/ 3940709 w 4233752"/>
              <a:gd name="connsiteY7" fmla="*/ 1627208 h 4299975"/>
              <a:gd name="connsiteX8" fmla="*/ 4214444 w 4233752"/>
              <a:gd name="connsiteY8" fmla="*/ 2708272 h 4299975"/>
              <a:gd name="connsiteX9" fmla="*/ 4233752 w 4233752"/>
              <a:gd name="connsiteY9" fmla="*/ 2740053 h 4299975"/>
              <a:gd name="connsiteX10" fmla="*/ 4222891 w 4233752"/>
              <a:gd name="connsiteY10" fmla="*/ 2782293 h 4299975"/>
              <a:gd name="connsiteX11" fmla="*/ 2160000 w 4233752"/>
              <a:gd name="connsiteY11" fmla="*/ 4299975 h 4299975"/>
              <a:gd name="connsiteX12" fmla="*/ 0 w 4233752"/>
              <a:gd name="connsiteY12" fmla="*/ 2139975 h 4299975"/>
              <a:gd name="connsiteX13" fmla="*/ 1724685 w 4233752"/>
              <a:gd name="connsiteY13" fmla="*/ 23859 h 4299975"/>
              <a:gd name="connsiteX14" fmla="*/ 1881019 w 4233752"/>
              <a:gd name="connsiteY14" fmla="*/ 0 h 4299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33752" h="4299975">
                <a:moveTo>
                  <a:pt x="1881019" y="0"/>
                </a:moveTo>
                <a:lnTo>
                  <a:pt x="1923218" y="69461"/>
                </a:lnTo>
                <a:cubicBezTo>
                  <a:pt x="2324369" y="663243"/>
                  <a:pt x="3003710" y="1053638"/>
                  <a:pt x="3774233" y="1053638"/>
                </a:cubicBezTo>
                <a:cubicBezTo>
                  <a:pt x="3851286" y="1053638"/>
                  <a:pt x="3927426" y="1049734"/>
                  <a:pt x="4002467" y="1042113"/>
                </a:cubicBezTo>
                <a:lnTo>
                  <a:pt x="4016517" y="1039969"/>
                </a:lnTo>
                <a:lnTo>
                  <a:pt x="4019143" y="1044291"/>
                </a:lnTo>
                <a:lnTo>
                  <a:pt x="3986787" y="1170127"/>
                </a:lnTo>
                <a:cubicBezTo>
                  <a:pt x="3956575" y="1317768"/>
                  <a:pt x="3940709" y="1470635"/>
                  <a:pt x="3940709" y="1627208"/>
                </a:cubicBezTo>
                <a:cubicBezTo>
                  <a:pt x="3940709" y="2018640"/>
                  <a:pt x="4039871" y="2386911"/>
                  <a:pt x="4214444" y="2708272"/>
                </a:cubicBezTo>
                <a:lnTo>
                  <a:pt x="4233752" y="2740053"/>
                </a:lnTo>
                <a:lnTo>
                  <a:pt x="4222891" y="2782293"/>
                </a:lnTo>
                <a:cubicBezTo>
                  <a:pt x="3949410" y="3661561"/>
                  <a:pt x="3129259" y="4299975"/>
                  <a:pt x="2160000" y="4299975"/>
                </a:cubicBezTo>
                <a:cubicBezTo>
                  <a:pt x="967065" y="4299975"/>
                  <a:pt x="0" y="3332910"/>
                  <a:pt x="0" y="2139975"/>
                </a:cubicBezTo>
                <a:cubicBezTo>
                  <a:pt x="0" y="1096157"/>
                  <a:pt x="740409" y="225271"/>
                  <a:pt x="1724685" y="23859"/>
                </a:cubicBezTo>
                <a:lnTo>
                  <a:pt x="188101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35" name="Text rot">
            <a:extLst>
              <a:ext uri="{FF2B5EF4-FFF2-40B4-BE49-F238E27FC236}">
                <a16:creationId xmlns:a16="http://schemas.microsoft.com/office/drawing/2014/main" id="{244FAFB8-3181-4073-856B-0BA8A147A51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09123" y="3993435"/>
            <a:ext cx="4752975" cy="1473200"/>
          </a:xfrm>
        </p:spPr>
        <p:txBody>
          <a:bodyPr anchor="ctr"/>
          <a:lstStyle>
            <a:lvl1pPr algn="ctr"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 err="1"/>
              <a:t>Loremipsum</a:t>
            </a:r>
            <a:endParaRPr lang="de-DE" dirty="0"/>
          </a:p>
        </p:txBody>
      </p:sp>
      <p:sp>
        <p:nvSpPr>
          <p:cNvPr id="26" name="Sektor d-rot">
            <a:extLst>
              <a:ext uri="{FF2B5EF4-FFF2-40B4-BE49-F238E27FC236}">
                <a16:creationId xmlns:a16="http://schemas.microsoft.com/office/drawing/2014/main" id="{E7CE1FAD-BB05-4B67-9E2F-30D2200CBDA3}"/>
              </a:ext>
            </a:extLst>
          </p:cNvPr>
          <p:cNvSpPr>
            <a:spLocks noChangeAspect="1"/>
          </p:cNvSpPr>
          <p:nvPr/>
        </p:nvSpPr>
        <p:spPr>
          <a:xfrm>
            <a:off x="7494205" y="3578420"/>
            <a:ext cx="379291" cy="1695762"/>
          </a:xfrm>
          <a:custGeom>
            <a:avLst/>
            <a:gdLst>
              <a:gd name="connsiteX0" fmla="*/ 78434 w 379291"/>
              <a:gd name="connsiteY0" fmla="*/ 0 h 1695762"/>
              <a:gd name="connsiteX1" fmla="*/ 118591 w 379291"/>
              <a:gd name="connsiteY1" fmla="*/ 66100 h 1695762"/>
              <a:gd name="connsiteX2" fmla="*/ 379291 w 379291"/>
              <a:gd name="connsiteY2" fmla="*/ 1095684 h 1695762"/>
              <a:gd name="connsiteX3" fmla="*/ 335407 w 379291"/>
              <a:gd name="connsiteY3" fmla="*/ 1530999 h 1695762"/>
              <a:gd name="connsiteX4" fmla="*/ 293043 w 379291"/>
              <a:gd name="connsiteY4" fmla="*/ 1695762 h 1695762"/>
              <a:gd name="connsiteX5" fmla="*/ 273735 w 379291"/>
              <a:gd name="connsiteY5" fmla="*/ 1663981 h 1695762"/>
              <a:gd name="connsiteX6" fmla="*/ 0 w 379291"/>
              <a:gd name="connsiteY6" fmla="*/ 582917 h 1695762"/>
              <a:gd name="connsiteX7" fmla="*/ 46078 w 379291"/>
              <a:gd name="connsiteY7" fmla="*/ 125836 h 1695762"/>
              <a:gd name="connsiteX8" fmla="*/ 78434 w 379291"/>
              <a:gd name="connsiteY8" fmla="*/ 0 h 1695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9291" h="1695762">
                <a:moveTo>
                  <a:pt x="78434" y="0"/>
                </a:moveTo>
                <a:lnTo>
                  <a:pt x="118591" y="66100"/>
                </a:lnTo>
                <a:cubicBezTo>
                  <a:pt x="284851" y="372157"/>
                  <a:pt x="379291" y="722892"/>
                  <a:pt x="379291" y="1095684"/>
                </a:cubicBezTo>
                <a:cubicBezTo>
                  <a:pt x="379291" y="1244801"/>
                  <a:pt x="364181" y="1390389"/>
                  <a:pt x="335407" y="1530999"/>
                </a:cubicBezTo>
                <a:lnTo>
                  <a:pt x="293043" y="1695762"/>
                </a:lnTo>
                <a:lnTo>
                  <a:pt x="273735" y="1663981"/>
                </a:lnTo>
                <a:cubicBezTo>
                  <a:pt x="99162" y="1342620"/>
                  <a:pt x="0" y="974349"/>
                  <a:pt x="0" y="582917"/>
                </a:cubicBezTo>
                <a:cubicBezTo>
                  <a:pt x="0" y="426344"/>
                  <a:pt x="15866" y="273477"/>
                  <a:pt x="46078" y="125836"/>
                </a:cubicBezTo>
                <a:lnTo>
                  <a:pt x="78434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25" name="Kreis grün">
            <a:extLst>
              <a:ext uri="{FF2B5EF4-FFF2-40B4-BE49-F238E27FC236}">
                <a16:creationId xmlns:a16="http://schemas.microsoft.com/office/drawing/2014/main" id="{FB6D0193-6C75-4414-8968-C307D10B1125}"/>
              </a:ext>
            </a:extLst>
          </p:cNvPr>
          <p:cNvSpPr>
            <a:spLocks noChangeAspect="1"/>
          </p:cNvSpPr>
          <p:nvPr/>
        </p:nvSpPr>
        <p:spPr>
          <a:xfrm>
            <a:off x="7572638" y="1893337"/>
            <a:ext cx="4457566" cy="4536000"/>
          </a:xfrm>
          <a:custGeom>
            <a:avLst/>
            <a:gdLst>
              <a:gd name="connsiteX0" fmla="*/ 2189566 w 4457566"/>
              <a:gd name="connsiteY0" fmla="*/ 0 h 4536000"/>
              <a:gd name="connsiteX1" fmla="*/ 4457566 w 4457566"/>
              <a:gd name="connsiteY1" fmla="*/ 2268000 h 4536000"/>
              <a:gd name="connsiteX2" fmla="*/ 2189566 w 4457566"/>
              <a:gd name="connsiteY2" fmla="*/ 4536000 h 4536000"/>
              <a:gd name="connsiteX3" fmla="*/ 308905 w 4457566"/>
              <a:gd name="connsiteY3" fmla="*/ 3536060 h 4536000"/>
              <a:gd name="connsiteX4" fmla="*/ 214609 w 4457566"/>
              <a:gd name="connsiteY4" fmla="*/ 3380845 h 4536000"/>
              <a:gd name="connsiteX5" fmla="*/ 256973 w 4457566"/>
              <a:gd name="connsiteY5" fmla="*/ 3216082 h 4536000"/>
              <a:gd name="connsiteX6" fmla="*/ 300857 w 4457566"/>
              <a:gd name="connsiteY6" fmla="*/ 2780767 h 4536000"/>
              <a:gd name="connsiteX7" fmla="*/ 40157 w 4457566"/>
              <a:gd name="connsiteY7" fmla="*/ 1751183 h 4536000"/>
              <a:gd name="connsiteX8" fmla="*/ 0 w 4457566"/>
              <a:gd name="connsiteY8" fmla="*/ 1685083 h 4536000"/>
              <a:gd name="connsiteX9" fmla="*/ 1264 w 4457566"/>
              <a:gd name="connsiteY9" fmla="*/ 1680167 h 4536000"/>
              <a:gd name="connsiteX10" fmla="*/ 204966 w 4457566"/>
              <a:gd name="connsiteY10" fmla="*/ 1649079 h 4536000"/>
              <a:gd name="connsiteX11" fmla="*/ 1886981 w 4457566"/>
              <a:gd name="connsiteY11" fmla="*/ 125984 h 4536000"/>
              <a:gd name="connsiteX12" fmla="*/ 1914677 w 4457566"/>
              <a:gd name="connsiteY12" fmla="*/ 18272 h 4536000"/>
              <a:gd name="connsiteX13" fmla="*/ 1957676 w 4457566"/>
              <a:gd name="connsiteY13" fmla="*/ 11709 h 4536000"/>
              <a:gd name="connsiteX14" fmla="*/ 2189566 w 4457566"/>
              <a:gd name="connsiteY14" fmla="*/ 0 h 453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457566" h="4536000">
                <a:moveTo>
                  <a:pt x="2189566" y="0"/>
                </a:moveTo>
                <a:cubicBezTo>
                  <a:pt x="3442148" y="0"/>
                  <a:pt x="4457566" y="1015418"/>
                  <a:pt x="4457566" y="2268000"/>
                </a:cubicBezTo>
                <a:cubicBezTo>
                  <a:pt x="4457566" y="3520582"/>
                  <a:pt x="3442148" y="4536000"/>
                  <a:pt x="2189566" y="4536000"/>
                </a:cubicBezTo>
                <a:cubicBezTo>
                  <a:pt x="1406702" y="4536000"/>
                  <a:pt x="716481" y="4139353"/>
                  <a:pt x="308905" y="3536060"/>
                </a:cubicBezTo>
                <a:lnTo>
                  <a:pt x="214609" y="3380845"/>
                </a:lnTo>
                <a:lnTo>
                  <a:pt x="256973" y="3216082"/>
                </a:lnTo>
                <a:cubicBezTo>
                  <a:pt x="285747" y="3075472"/>
                  <a:pt x="300857" y="2929884"/>
                  <a:pt x="300857" y="2780767"/>
                </a:cubicBezTo>
                <a:cubicBezTo>
                  <a:pt x="300857" y="2407975"/>
                  <a:pt x="206417" y="2057240"/>
                  <a:pt x="40157" y="1751183"/>
                </a:cubicBezTo>
                <a:lnTo>
                  <a:pt x="0" y="1685083"/>
                </a:lnTo>
                <a:lnTo>
                  <a:pt x="1264" y="1680167"/>
                </a:lnTo>
                <a:lnTo>
                  <a:pt x="204966" y="1649079"/>
                </a:lnTo>
                <a:cubicBezTo>
                  <a:pt x="1004193" y="1485533"/>
                  <a:pt x="1647834" y="894866"/>
                  <a:pt x="1886981" y="125984"/>
                </a:cubicBezTo>
                <a:lnTo>
                  <a:pt x="1914677" y="18272"/>
                </a:lnTo>
                <a:lnTo>
                  <a:pt x="1957676" y="11709"/>
                </a:lnTo>
                <a:cubicBezTo>
                  <a:pt x="2033920" y="3967"/>
                  <a:pt x="2111280" y="0"/>
                  <a:pt x="218956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>
            <a:noAutofit/>
          </a:bodyPr>
          <a:lstStyle/>
          <a:p>
            <a:pPr algn="ctr"/>
            <a:endParaRPr lang="de-DE" dirty="0"/>
          </a:p>
        </p:txBody>
      </p:sp>
      <p:sp>
        <p:nvSpPr>
          <p:cNvPr id="36" name="Text grün">
            <a:extLst>
              <a:ext uri="{FF2B5EF4-FFF2-40B4-BE49-F238E27FC236}">
                <a16:creationId xmlns:a16="http://schemas.microsoft.com/office/drawing/2014/main" id="{C7DC79C2-4B0F-4B29-B9D4-1AB9EA44C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20136" y="3402476"/>
            <a:ext cx="4752975" cy="1473200"/>
          </a:xfrm>
        </p:spPr>
        <p:txBody>
          <a:bodyPr anchor="ctr"/>
          <a:lstStyle>
            <a:lvl1pPr algn="ctr">
              <a:buNone/>
              <a:defRPr sz="3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 err="1"/>
              <a:t>Loremipsum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F4D4AC-E049-4906-96F6-D8CEC2FBAF0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D0B56B-B819-45C4-8035-0786C1A11D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3357096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 mit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36B00ECB-91CB-4ADE-AFD8-2A95D974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E8F6BFB5-0C1F-4324-AF39-3DAA82106865}"/>
              </a:ext>
            </a:extLst>
          </p:cNvPr>
          <p:cNvCxnSpPr>
            <a:cxnSpLocks/>
          </p:cNvCxnSpPr>
          <p:nvPr/>
        </p:nvCxnSpPr>
        <p:spPr>
          <a:xfrm>
            <a:off x="496800" y="2556000"/>
            <a:ext cx="0" cy="2664296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A6ECCD57-7E49-4B17-A2E4-460F86C8804B}"/>
              </a:ext>
            </a:extLst>
          </p:cNvPr>
          <p:cNvCxnSpPr>
            <a:cxnSpLocks/>
          </p:cNvCxnSpPr>
          <p:nvPr/>
        </p:nvCxnSpPr>
        <p:spPr>
          <a:xfrm>
            <a:off x="4339800" y="2556000"/>
            <a:ext cx="0" cy="2664296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DCF21F7-ABFF-48C5-87DE-7063825AF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4800" y="2520000"/>
            <a:ext cx="3420000" cy="61200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7AC481-AEA1-469C-A06D-41A46ABA9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4800" y="3140968"/>
            <a:ext cx="3420000" cy="2145618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de-DE" dirty="0" smtClean="0"/>
            </a:lvl1pPr>
            <a:lvl2pPr>
              <a:defRPr lang="de-DE" dirty="0" smtClean="0"/>
            </a:lvl2pPr>
            <a:lvl3pPr>
              <a:defRPr lang="de-DE" dirty="0" smtClean="0"/>
            </a:lvl3pPr>
            <a:lvl4pPr>
              <a:defRPr lang="de-DE" dirty="0" smtClean="0"/>
            </a:lvl4pPr>
            <a:lvl5pPr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66B79EF6-92B0-4E9A-849D-276D14A1D5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9600" y="2520000"/>
            <a:ext cx="3420000" cy="61200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8DAECA-BD0D-480E-932C-EA37E48CE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9600" y="3140968"/>
            <a:ext cx="3420000" cy="2145618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de-DE" smtClean="0"/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45720DCD-024A-4C3E-8B75-803061EF06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1051200"/>
            <a:ext cx="11376024" cy="864000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spc="1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B54523-AFFF-4FC7-A5DC-4FD922B6F4C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4A358D-E74C-4DF5-A4B5-270B7768F58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554959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2" pos="39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Inhalte mit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36B00ECB-91CB-4ADE-AFD8-2A95D9744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E8F6BFB5-0C1F-4324-AF39-3DAA82106865}"/>
              </a:ext>
            </a:extLst>
          </p:cNvPr>
          <p:cNvCxnSpPr>
            <a:cxnSpLocks/>
          </p:cNvCxnSpPr>
          <p:nvPr/>
        </p:nvCxnSpPr>
        <p:spPr>
          <a:xfrm>
            <a:off x="496800" y="2556000"/>
            <a:ext cx="0" cy="2664296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A6ECCD57-7E49-4B17-A2E4-460F86C8804B}"/>
              </a:ext>
            </a:extLst>
          </p:cNvPr>
          <p:cNvCxnSpPr>
            <a:cxnSpLocks/>
          </p:cNvCxnSpPr>
          <p:nvPr/>
        </p:nvCxnSpPr>
        <p:spPr>
          <a:xfrm>
            <a:off x="4339800" y="2556000"/>
            <a:ext cx="0" cy="2664296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03538037-04C8-470C-BA66-F314D8A2FCE4}"/>
              </a:ext>
            </a:extLst>
          </p:cNvPr>
          <p:cNvCxnSpPr>
            <a:cxnSpLocks/>
          </p:cNvCxnSpPr>
          <p:nvPr/>
        </p:nvCxnSpPr>
        <p:spPr>
          <a:xfrm>
            <a:off x="8182800" y="2556000"/>
            <a:ext cx="0" cy="2664296"/>
          </a:xfrm>
          <a:prstGeom prst="line">
            <a:avLst/>
          </a:prstGeom>
          <a:ln w="3175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DCF21F7-ABFF-48C5-87DE-7063825AF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4800" y="2520000"/>
            <a:ext cx="3420000" cy="61200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7AC481-AEA1-469C-A06D-41A46ABA9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4800" y="3140968"/>
            <a:ext cx="3420000" cy="2145618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de-DE" dirty="0" smtClean="0"/>
            </a:lvl1pPr>
            <a:lvl2pPr>
              <a:defRPr lang="de-DE" dirty="0" smtClean="0"/>
            </a:lvl2pPr>
            <a:lvl3pPr>
              <a:defRPr lang="de-DE" dirty="0" smtClean="0"/>
            </a:lvl3pPr>
            <a:lvl4pPr>
              <a:defRPr lang="de-DE" dirty="0" smtClean="0"/>
            </a:lvl4pPr>
            <a:lvl5pPr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66B79EF6-92B0-4E9A-849D-276D14A1D5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9600" y="2520000"/>
            <a:ext cx="3420000" cy="61200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8DAECA-BD0D-480E-932C-EA37E48CE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9600" y="3140968"/>
            <a:ext cx="3420000" cy="2145618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de-DE" smtClean="0"/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60B4F2F9-3D4B-4B10-9917-7DE81EBEBC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90800" y="2520000"/>
            <a:ext cx="3420000" cy="61200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9DF2F1A8-EA78-49B4-91A1-FA227986E7C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90800" y="3140968"/>
            <a:ext cx="3420000" cy="2145618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de-DE" smtClean="0"/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45720DCD-024A-4C3E-8B75-803061EF06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1051200"/>
            <a:ext cx="11376024" cy="864000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spc="1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B54523-AFFF-4FC7-A5DC-4FD922B6F4C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34A358D-E74C-4DF5-A4B5-270B7768F58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421009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2" pos="39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Inhalte mit Subline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36B00ECB-91CB-4ADE-AFD8-2A95D974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25496"/>
            <a:ext cx="8836813" cy="720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25" name="Textplatzhalter 7">
            <a:extLst>
              <a:ext uri="{FF2B5EF4-FFF2-40B4-BE49-F238E27FC236}">
                <a16:creationId xmlns:a16="http://schemas.microsoft.com/office/drawing/2014/main" id="{45720DCD-024A-4C3E-8B75-803061EF06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07988" y="1051200"/>
            <a:ext cx="8836808" cy="864000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spc="1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E8F6BFB5-0C1F-4324-AF39-3DAA82106865}"/>
              </a:ext>
            </a:extLst>
          </p:cNvPr>
          <p:cNvCxnSpPr>
            <a:cxnSpLocks/>
          </p:cNvCxnSpPr>
          <p:nvPr/>
        </p:nvCxnSpPr>
        <p:spPr>
          <a:xfrm>
            <a:off x="496800" y="2133600"/>
            <a:ext cx="0" cy="3599656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Bild-Platzhalter">
            <a:extLst>
              <a:ext uri="{FF2B5EF4-FFF2-40B4-BE49-F238E27FC236}">
                <a16:creationId xmlns:a16="http://schemas.microsoft.com/office/drawing/2014/main" id="{284D36B3-0153-4202-88C8-0B4BD9F4D22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760300" y="1125538"/>
            <a:ext cx="3431700" cy="5732462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DCF21F7-ABFF-48C5-87DE-7063825AF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4801" y="2139000"/>
            <a:ext cx="2610878" cy="86400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7AC481-AEA1-469C-A06D-41A46ABA9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4801" y="3081130"/>
            <a:ext cx="2610880" cy="2736000"/>
          </a:xfrm>
        </p:spPr>
        <p:txBody>
          <a:bodyPr vert="horz" lIns="72000" tIns="36000" rIns="72000" bIns="36000" rtlCol="0">
            <a:noAutofit/>
          </a:bodyPr>
          <a:lstStyle>
            <a:lvl1pPr>
              <a:buFontTx/>
              <a:buNone/>
              <a:defRPr lang="de-DE" dirty="0" smtClean="0"/>
            </a:lvl1pPr>
            <a:lvl2pPr>
              <a:buFontTx/>
              <a:buNone/>
              <a:defRPr lang="de-DE" dirty="0" smtClean="0"/>
            </a:lvl2pPr>
            <a:lvl3pPr>
              <a:buFontTx/>
              <a:buNone/>
              <a:defRPr lang="de-DE" dirty="0" smtClean="0"/>
            </a:lvl3pPr>
            <a:lvl4pPr>
              <a:buFontTx/>
              <a:buNone/>
              <a:defRPr lang="de-DE" dirty="0" smtClean="0"/>
            </a:lvl4pPr>
            <a:lvl5pPr>
              <a:buFontTx/>
              <a:buNone/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6FB0DFBD-9A82-4605-8D3D-8CA3F6C635A0}"/>
              </a:ext>
            </a:extLst>
          </p:cNvPr>
          <p:cNvCxnSpPr>
            <a:cxnSpLocks/>
          </p:cNvCxnSpPr>
          <p:nvPr/>
        </p:nvCxnSpPr>
        <p:spPr>
          <a:xfrm>
            <a:off x="3503712" y="2133600"/>
            <a:ext cx="0" cy="3599656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66B79EF6-92B0-4E9A-849D-276D14A1D5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610800" y="2139000"/>
            <a:ext cx="2610000" cy="86400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8DAECA-BD0D-480E-932C-EA37E48CE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10800" y="3081600"/>
            <a:ext cx="2610000" cy="2736000"/>
          </a:xfrm>
        </p:spPr>
        <p:txBody>
          <a:bodyPr vert="horz" lIns="72000" tIns="36000" rIns="72000" bIns="36000" rtlCol="0">
            <a:noAutofit/>
          </a:bodyPr>
          <a:lstStyle>
            <a:lvl1pPr>
              <a:buFontTx/>
              <a:buNone/>
              <a:defRPr lang="de-DE" smtClean="0"/>
            </a:lvl1pPr>
            <a:lvl2pPr>
              <a:buFontTx/>
              <a:buNone/>
              <a:defRPr lang="de-DE" smtClean="0"/>
            </a:lvl2pPr>
            <a:lvl3pPr>
              <a:buFontTx/>
              <a:buNone/>
              <a:defRPr lang="de-DE" smtClean="0"/>
            </a:lvl3pPr>
            <a:lvl4pPr>
              <a:buFontTx/>
              <a:buNone/>
              <a:defRPr lang="de-DE" smtClean="0"/>
            </a:lvl4pPr>
            <a:lvl5pPr>
              <a:buFontTx/>
              <a:buNone/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2B255D5-EE7F-4548-A6A7-C5B8C96F00E8}"/>
              </a:ext>
            </a:extLst>
          </p:cNvPr>
          <p:cNvCxnSpPr>
            <a:cxnSpLocks/>
          </p:cNvCxnSpPr>
          <p:nvPr/>
        </p:nvCxnSpPr>
        <p:spPr>
          <a:xfrm>
            <a:off x="6528048" y="2133600"/>
            <a:ext cx="0" cy="3599656"/>
          </a:xfrm>
          <a:prstGeom prst="line">
            <a:avLst/>
          </a:prstGeom>
          <a:ln w="3175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60B4F2F9-3D4B-4B10-9917-7DE81EBEBC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34800" y="2139000"/>
            <a:ext cx="2610000" cy="86400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9DF2F1A8-EA78-49B4-91A1-FA227986E7C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634800" y="3081600"/>
            <a:ext cx="2610000" cy="2736000"/>
          </a:xfrm>
        </p:spPr>
        <p:txBody>
          <a:bodyPr vert="horz" lIns="72000" tIns="36000" rIns="72000" bIns="36000" rtlCol="0">
            <a:noAutofit/>
          </a:bodyPr>
          <a:lstStyle>
            <a:lvl1pPr>
              <a:buFontTx/>
              <a:buNone/>
              <a:defRPr lang="de-DE" smtClean="0"/>
            </a:lvl1pPr>
            <a:lvl2pPr>
              <a:buFontTx/>
              <a:buNone/>
              <a:defRPr lang="de-DE" smtClean="0"/>
            </a:lvl2pPr>
            <a:lvl3pPr>
              <a:buFontTx/>
              <a:buNone/>
              <a:defRPr lang="de-DE" smtClean="0"/>
            </a:lvl3pPr>
            <a:lvl4pPr>
              <a:buFontTx/>
              <a:buNone/>
              <a:defRPr lang="de-DE" smtClean="0"/>
            </a:lvl4pPr>
            <a:lvl5pPr>
              <a:buFontTx/>
              <a:buNone/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C2AB0D-76FA-4B29-9D2A-0E7B941E941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827535C-4415-4489-BFED-4DD3AB1225DC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  <p:sp>
        <p:nvSpPr>
          <p:cNvPr id="18" name="Logo-Platzhalter">
            <a:extLst>
              <a:ext uri="{FF2B5EF4-FFF2-40B4-BE49-F238E27FC236}">
                <a16:creationId xmlns:a16="http://schemas.microsoft.com/office/drawing/2014/main" id="{CCDE8046-D8D4-4992-9B64-C16BF45EE491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10866334" y="6198168"/>
            <a:ext cx="846000" cy="3276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531348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2" pos="39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Inhalte ohne Subline mit Freira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36B00ECB-91CB-4ADE-AFD8-2A95D974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25496"/>
            <a:ext cx="11376025" cy="98737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C39E3FCD-2566-45DE-B5AB-C0113CBFF113}"/>
              </a:ext>
            </a:extLst>
          </p:cNvPr>
          <p:cNvCxnSpPr>
            <a:cxnSpLocks/>
          </p:cNvCxnSpPr>
          <p:nvPr/>
        </p:nvCxnSpPr>
        <p:spPr>
          <a:xfrm>
            <a:off x="496800" y="1989584"/>
            <a:ext cx="0" cy="3599656"/>
          </a:xfrm>
          <a:prstGeom prst="line">
            <a:avLst/>
          </a:prstGeom>
          <a:ln w="3175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DCF21F7-ABFF-48C5-87DE-7063825AF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4800" y="3105032"/>
            <a:ext cx="3420000" cy="1044048"/>
          </a:xfrm>
        </p:spPr>
        <p:txBody>
          <a:bodyPr/>
          <a:lstStyle>
            <a:lvl1pPr marL="0" indent="0">
              <a:buNone/>
              <a:defRPr sz="1600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7AC481-AEA1-469C-A06D-41A46ABA9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4800" y="4293096"/>
            <a:ext cx="3420000" cy="1296144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de-DE" dirty="0" smtClean="0"/>
            </a:lvl1pPr>
            <a:lvl2pPr>
              <a:defRPr lang="de-DE" dirty="0" smtClean="0"/>
            </a:lvl2pPr>
            <a:lvl3pPr>
              <a:defRPr lang="de-DE" dirty="0" smtClean="0"/>
            </a:lvl3pPr>
            <a:lvl4pPr>
              <a:defRPr lang="de-DE" dirty="0" smtClean="0"/>
            </a:lvl4pPr>
            <a:lvl5pPr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D9DD6B36-291F-4FB4-A389-160CD6F2A891}"/>
              </a:ext>
            </a:extLst>
          </p:cNvPr>
          <p:cNvCxnSpPr>
            <a:cxnSpLocks/>
          </p:cNvCxnSpPr>
          <p:nvPr/>
        </p:nvCxnSpPr>
        <p:spPr>
          <a:xfrm>
            <a:off x="4339800" y="1989584"/>
            <a:ext cx="0" cy="3599656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66B79EF6-92B0-4E9A-849D-276D14A1D5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9600" y="3105032"/>
            <a:ext cx="3420000" cy="1044048"/>
          </a:xfrm>
        </p:spPr>
        <p:txBody>
          <a:bodyPr/>
          <a:lstStyle>
            <a:lvl1pPr marL="0" indent="0">
              <a:buNone/>
              <a:defRPr sz="1600" spc="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8DAECA-BD0D-480E-932C-EA37E48CE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9600" y="4293096"/>
            <a:ext cx="3420000" cy="1296144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de-DE" smtClean="0"/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cxnSp>
        <p:nvCxnSpPr>
          <p:cNvPr id="27" name="Gerader Verbinder 26">
            <a:extLst>
              <a:ext uri="{FF2B5EF4-FFF2-40B4-BE49-F238E27FC236}">
                <a16:creationId xmlns:a16="http://schemas.microsoft.com/office/drawing/2014/main" id="{2E49862A-6182-4211-8759-D3E00E5B0DCD}"/>
              </a:ext>
            </a:extLst>
          </p:cNvPr>
          <p:cNvCxnSpPr>
            <a:cxnSpLocks/>
          </p:cNvCxnSpPr>
          <p:nvPr/>
        </p:nvCxnSpPr>
        <p:spPr>
          <a:xfrm>
            <a:off x="8182800" y="1989584"/>
            <a:ext cx="0" cy="3599656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60B4F2F9-3D4B-4B10-9917-7DE81EBEBC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90800" y="3105032"/>
            <a:ext cx="3420000" cy="1044048"/>
          </a:xfrm>
        </p:spPr>
        <p:txBody>
          <a:bodyPr/>
          <a:lstStyle>
            <a:lvl1pPr marL="0" indent="0">
              <a:buNone/>
              <a:defRPr sz="160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9DF2F1A8-EA78-49B4-91A1-FA227986E7C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90800" y="4293096"/>
            <a:ext cx="3420000" cy="1296144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de-DE" smtClean="0"/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996EE9-F54F-44BD-B2EB-D5347706B66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D2F9B1-9B64-4F40-A2B1-461E58B8DF5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483729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2" pos="39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Inhalte ohne Subline mit Rah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36B00ECB-91CB-4ADE-AFD8-2A95D974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25495"/>
            <a:ext cx="11376025" cy="98737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5" name="Rahmen rot">
            <a:extLst>
              <a:ext uri="{FF2B5EF4-FFF2-40B4-BE49-F238E27FC236}">
                <a16:creationId xmlns:a16="http://schemas.microsoft.com/office/drawing/2014/main" id="{15A0D82B-F3CC-494A-91F0-355A3D725F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7368" y="1632686"/>
            <a:ext cx="3571199" cy="4464000"/>
          </a:xfrm>
          <a:prstGeom prst="rect">
            <a:avLst/>
          </a:prstGeom>
        </p:spPr>
      </p:pic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DCF21F7-ABFF-48C5-87DE-7063825AF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9728" y="3105032"/>
            <a:ext cx="2880000" cy="1044048"/>
          </a:xfrm>
        </p:spPr>
        <p:txBody>
          <a:bodyPr/>
          <a:lstStyle>
            <a:lvl1pPr marL="0" indent="0">
              <a:buNone/>
              <a:defRPr sz="1600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7AC481-AEA1-469C-A06D-41A46ABA9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9728" y="4293096"/>
            <a:ext cx="2880000" cy="1296144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de-DE" dirty="0" smtClean="0"/>
            </a:lvl1pPr>
            <a:lvl2pPr>
              <a:defRPr lang="de-DE" dirty="0" smtClean="0"/>
            </a:lvl2pPr>
            <a:lvl3pPr>
              <a:defRPr lang="de-DE" dirty="0" smtClean="0"/>
            </a:lvl3pPr>
            <a:lvl4pPr>
              <a:defRPr lang="de-DE" dirty="0" smtClean="0"/>
            </a:lvl4pPr>
            <a:lvl5pPr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3" name="Rahmen hellblau">
            <a:extLst>
              <a:ext uri="{FF2B5EF4-FFF2-40B4-BE49-F238E27FC236}">
                <a16:creationId xmlns:a16="http://schemas.microsoft.com/office/drawing/2014/main" id="{2ACCB164-8C26-4BFF-9DF1-FFAE56E1D58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00736" y="1585810"/>
            <a:ext cx="3575280" cy="4500000"/>
          </a:xfrm>
          <a:prstGeom prst="rect">
            <a:avLst/>
          </a:prstGeom>
        </p:spPr>
      </p:pic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66B79EF6-92B0-4E9A-849D-276D14A1D5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655996" y="3105032"/>
            <a:ext cx="2880000" cy="1044048"/>
          </a:xfrm>
        </p:spPr>
        <p:txBody>
          <a:bodyPr/>
          <a:lstStyle>
            <a:lvl1pPr marL="0" indent="0">
              <a:buNone/>
              <a:defRPr sz="1600" spc="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8DAECA-BD0D-480E-932C-EA37E48CE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5996" y="4293096"/>
            <a:ext cx="2880000" cy="1296144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de-DE" smtClean="0"/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8" name="Rahmen hellgrün">
            <a:extLst>
              <a:ext uri="{FF2B5EF4-FFF2-40B4-BE49-F238E27FC236}">
                <a16:creationId xmlns:a16="http://schemas.microsoft.com/office/drawing/2014/main" id="{AA815F34-BE9C-48FB-A0BF-61D58189AF3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13435" y="1550261"/>
            <a:ext cx="3515868" cy="4572000"/>
          </a:xfrm>
          <a:prstGeom prst="rect">
            <a:avLst/>
          </a:prstGeom>
        </p:spPr>
      </p:pic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60B4F2F9-3D4B-4B10-9917-7DE81EBEBC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472264" y="3105032"/>
            <a:ext cx="2880000" cy="1044048"/>
          </a:xfrm>
        </p:spPr>
        <p:txBody>
          <a:bodyPr/>
          <a:lstStyle>
            <a:lvl1pPr marL="0" indent="0">
              <a:buNone/>
              <a:defRPr sz="160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9DF2F1A8-EA78-49B4-91A1-FA227986E7C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472264" y="4293096"/>
            <a:ext cx="2880000" cy="1296144"/>
          </a:xfrm>
        </p:spPr>
        <p:txBody>
          <a:bodyPr vert="horz" lIns="72000" tIns="36000" rIns="72000" bIns="36000" rtlCol="0">
            <a:noAutofit/>
          </a:bodyPr>
          <a:lstStyle>
            <a:lvl1pPr>
              <a:defRPr lang="de-DE" smtClean="0"/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de-DE" dirty="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3CE0E23-DBE7-4B9F-AB43-A6CA9FF981A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815944B-737A-4641-A9EA-E1971F72C2E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417306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  <p15:guide id="2" pos="39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Inhalte ohne Subline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>
            <a:extLst>
              <a:ext uri="{FF2B5EF4-FFF2-40B4-BE49-F238E27FC236}">
                <a16:creationId xmlns:a16="http://schemas.microsoft.com/office/drawing/2014/main" id="{36B00ECB-91CB-4ADE-AFD8-2A95D974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25495"/>
            <a:ext cx="11376025" cy="122400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DE" dirty="0"/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C39E3FCD-2566-45DE-B5AB-C0113CBFF113}"/>
              </a:ext>
            </a:extLst>
          </p:cNvPr>
          <p:cNvCxnSpPr>
            <a:cxnSpLocks/>
          </p:cNvCxnSpPr>
          <p:nvPr/>
        </p:nvCxnSpPr>
        <p:spPr>
          <a:xfrm>
            <a:off x="496800" y="3284984"/>
            <a:ext cx="0" cy="2448272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DCF21F7-ABFF-48C5-87DE-7063825AF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4800" y="4154047"/>
            <a:ext cx="3420000" cy="643105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66B79EF6-92B0-4E9A-849D-276D14A1D5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9600" y="4154047"/>
            <a:ext cx="3420000" cy="643105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60B4F2F9-3D4B-4B10-9917-7DE81EBEBC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90800" y="4154047"/>
            <a:ext cx="3420000" cy="643105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288A8DA-56A5-4F9A-864E-F02F05CF55D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07988" y="1793510"/>
            <a:ext cx="11376026" cy="1072511"/>
          </a:xfrm>
        </p:spPr>
        <p:txBody>
          <a:bodyPr/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EF072680-13B3-4CBB-8FE5-392270671231}"/>
              </a:ext>
            </a:extLst>
          </p:cNvPr>
          <p:cNvCxnSpPr>
            <a:cxnSpLocks/>
          </p:cNvCxnSpPr>
          <p:nvPr/>
        </p:nvCxnSpPr>
        <p:spPr>
          <a:xfrm>
            <a:off x="4336771" y="3284984"/>
            <a:ext cx="0" cy="2448272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42987B98-3728-4C3D-888B-3B40DDE154C7}"/>
              </a:ext>
            </a:extLst>
          </p:cNvPr>
          <p:cNvCxnSpPr>
            <a:cxnSpLocks/>
          </p:cNvCxnSpPr>
          <p:nvPr/>
        </p:nvCxnSpPr>
        <p:spPr>
          <a:xfrm>
            <a:off x="8176742" y="3284984"/>
            <a:ext cx="0" cy="2448272"/>
          </a:xfrm>
          <a:prstGeom prst="line">
            <a:avLst/>
          </a:prstGeom>
          <a:ln w="3175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BCE990FC-7A0F-409D-B7D5-338E6314ED0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180838" y="4869160"/>
            <a:ext cx="2843961" cy="863303"/>
          </a:xfrm>
        </p:spPr>
        <p:txBody>
          <a:bodyPr lIns="0" rIns="0"/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platzhalter 11">
            <a:extLst>
              <a:ext uri="{FF2B5EF4-FFF2-40B4-BE49-F238E27FC236}">
                <a16:creationId xmlns:a16="http://schemas.microsoft.com/office/drawing/2014/main" id="{96FA9F5A-2141-4BD4-96A6-6F20FFAFE76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025639" y="4869160"/>
            <a:ext cx="2843961" cy="863303"/>
          </a:xfrm>
        </p:spPr>
        <p:txBody>
          <a:bodyPr lIns="0" rIns="0"/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Textplatzhalter 11">
            <a:extLst>
              <a:ext uri="{FF2B5EF4-FFF2-40B4-BE49-F238E27FC236}">
                <a16:creationId xmlns:a16="http://schemas.microsoft.com/office/drawing/2014/main" id="{7F4C5C86-5C6A-4CE4-87CE-81C13203D73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858990" y="4869160"/>
            <a:ext cx="2843961" cy="863303"/>
          </a:xfrm>
        </p:spPr>
        <p:txBody>
          <a:bodyPr lIns="0" rIns="0"/>
          <a:lstStyle>
            <a:lvl1pPr marL="0" indent="0">
              <a:buFontTx/>
              <a:buNone/>
              <a:defRPr sz="120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8" name="Textplatzhalter 27">
            <a:extLst>
              <a:ext uri="{FF2B5EF4-FFF2-40B4-BE49-F238E27FC236}">
                <a16:creationId xmlns:a16="http://schemas.microsoft.com/office/drawing/2014/main" id="{5AE14A44-68B9-4947-9C6C-0096A275287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4838" y="4844098"/>
            <a:ext cx="576000" cy="313094"/>
          </a:xfrm>
        </p:spPr>
        <p:txBody>
          <a:bodyPr tIns="0" rIns="0"/>
          <a:lstStyle>
            <a:lvl1pPr>
              <a:buFontTx/>
              <a:buNone/>
              <a:defRPr sz="180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##%</a:t>
            </a:r>
          </a:p>
        </p:txBody>
      </p:sp>
      <p:sp>
        <p:nvSpPr>
          <p:cNvPr id="29" name="Textplatzhalter 27">
            <a:extLst>
              <a:ext uri="{FF2B5EF4-FFF2-40B4-BE49-F238E27FC236}">
                <a16:creationId xmlns:a16="http://schemas.microsoft.com/office/drawing/2014/main" id="{EF941FAD-D43F-425C-ABCE-CBCA93E6066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49639" y="4844098"/>
            <a:ext cx="576000" cy="313094"/>
          </a:xfrm>
        </p:spPr>
        <p:txBody>
          <a:bodyPr tIns="0" rIns="0"/>
          <a:lstStyle>
            <a:lvl1pPr>
              <a:buFontTx/>
              <a:buNone/>
              <a:defRPr sz="1800" spc="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##%</a:t>
            </a:r>
          </a:p>
        </p:txBody>
      </p:sp>
      <p:sp>
        <p:nvSpPr>
          <p:cNvPr id="30" name="Textplatzhalter 27">
            <a:extLst>
              <a:ext uri="{FF2B5EF4-FFF2-40B4-BE49-F238E27FC236}">
                <a16:creationId xmlns:a16="http://schemas.microsoft.com/office/drawing/2014/main" id="{81D69BFF-027E-4E3E-BE72-D544052107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89609" y="4844098"/>
            <a:ext cx="576000" cy="313094"/>
          </a:xfrm>
        </p:spPr>
        <p:txBody>
          <a:bodyPr tIns="0" rIns="0"/>
          <a:lstStyle>
            <a:lvl1pPr>
              <a:buFontTx/>
              <a:buNone/>
              <a:defRPr sz="1800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##%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CAE4C0A-2373-41D4-8589-E99F3036B5A7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ACC190C-7D00-4898-93A7-7E42EF97086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911590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80">
          <p15:clr>
            <a:srgbClr val="FBAE40"/>
          </p15:clr>
        </p15:guide>
        <p15:guide id="2" pos="39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rei Inhalt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el 30">
            <a:extLst>
              <a:ext uri="{FF2B5EF4-FFF2-40B4-BE49-F238E27FC236}">
                <a16:creationId xmlns:a16="http://schemas.microsoft.com/office/drawing/2014/main" id="{E75329A2-F26B-44EB-9403-3890D1EC0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84466ED5-902D-40C0-94EA-7EB0ADF72D8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76800" y="1412873"/>
            <a:ext cx="3276000" cy="20700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09570047-84E7-49B7-9805-38362D3CC24C}"/>
              </a:ext>
            </a:extLst>
          </p:cNvPr>
          <p:cNvCxnSpPr>
            <a:cxnSpLocks/>
          </p:cNvCxnSpPr>
          <p:nvPr/>
        </p:nvCxnSpPr>
        <p:spPr>
          <a:xfrm>
            <a:off x="496800" y="3717064"/>
            <a:ext cx="0" cy="1728160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DCF21F7-ABFF-48C5-87DE-7063825AF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4800" y="3717064"/>
            <a:ext cx="3420000" cy="288000"/>
          </a:xfrm>
        </p:spPr>
        <p:txBody>
          <a:bodyPr/>
          <a:lstStyle>
            <a:lvl1pPr marL="0" indent="0">
              <a:buNone/>
              <a:defRPr sz="2400" spc="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7AC481-AEA1-469C-A06D-41A46ABA9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4800" y="4149080"/>
            <a:ext cx="3420000" cy="1367483"/>
          </a:xfrm>
        </p:spPr>
        <p:txBody>
          <a:bodyPr vert="horz" lIns="72000" tIns="36000" rIns="72000" bIns="36000" numCol="1" spcCol="0" rtlCol="0">
            <a:noAutofit/>
          </a:bodyPr>
          <a:lstStyle>
            <a:lvl1pPr marL="0" indent="0">
              <a:buNone/>
              <a:defRPr lang="de-DE" sz="1400" dirty="0"/>
            </a:lvl1pPr>
            <a:lvl2pPr>
              <a:defRPr lang="de-DE" sz="1400" dirty="0"/>
            </a:lvl2pPr>
            <a:lvl3pPr>
              <a:defRPr lang="de-DE" sz="1200" dirty="0"/>
            </a:lvl3pPr>
            <a:lvl4pPr>
              <a:defRPr lang="de-DE" sz="1200" dirty="0"/>
            </a:lvl4pPr>
            <a:lvl5pPr>
              <a:defRPr lang="de-DE" sz="1200" dirty="0"/>
            </a:lvl5pPr>
          </a:lstStyle>
          <a:p>
            <a:pPr marL="144000" lvl="0" indent="-144000">
              <a:spcBef>
                <a:spcPts val="400"/>
              </a:spcBef>
            </a:pPr>
            <a:r>
              <a:rPr lang="de-DE"/>
              <a:t>Mastertextformat bearbeiten</a:t>
            </a:r>
          </a:p>
          <a:p>
            <a:pPr marL="144000" lvl="1" indent="-144000">
              <a:spcBef>
                <a:spcPts val="400"/>
              </a:spcBef>
            </a:pPr>
            <a:r>
              <a:rPr lang="de-DE"/>
              <a:t>Zweite Ebene</a:t>
            </a:r>
          </a:p>
          <a:p>
            <a:pPr marL="144000" lvl="2" indent="-144000">
              <a:spcBef>
                <a:spcPts val="400"/>
              </a:spcBef>
            </a:pPr>
            <a:r>
              <a:rPr lang="de-DE"/>
              <a:t>Dritte Ebene</a:t>
            </a:r>
          </a:p>
          <a:p>
            <a:pPr marL="144000" lvl="3" indent="-144000">
              <a:spcBef>
                <a:spcPts val="400"/>
              </a:spcBef>
            </a:pPr>
            <a:r>
              <a:rPr lang="de-DE"/>
              <a:t>Vierte Ebene</a:t>
            </a:r>
          </a:p>
          <a:p>
            <a:pPr marL="144000" lvl="4" indent="-144000">
              <a:spcBef>
                <a:spcPts val="400"/>
              </a:spcBef>
            </a:pPr>
            <a:r>
              <a:rPr lang="de-DE"/>
              <a:t>Fünfte Ebene</a:t>
            </a:r>
            <a:endParaRPr lang="de-DE" dirty="0"/>
          </a:p>
        </p:txBody>
      </p:sp>
      <p:sp>
        <p:nvSpPr>
          <p:cNvPr id="23" name="Bildplatzhalter 17">
            <a:extLst>
              <a:ext uri="{FF2B5EF4-FFF2-40B4-BE49-F238E27FC236}">
                <a16:creationId xmlns:a16="http://schemas.microsoft.com/office/drawing/2014/main" id="{732EF599-B5FD-44AC-A09E-79D9B87A7A4E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519800" y="1412873"/>
            <a:ext cx="3276000" cy="20700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448FD91-FA35-4271-8A71-7798D68A41C8}"/>
              </a:ext>
            </a:extLst>
          </p:cNvPr>
          <p:cNvCxnSpPr>
            <a:cxnSpLocks/>
          </p:cNvCxnSpPr>
          <p:nvPr/>
        </p:nvCxnSpPr>
        <p:spPr>
          <a:xfrm>
            <a:off x="4336771" y="3717064"/>
            <a:ext cx="0" cy="172816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66B79EF6-92B0-4E9A-849D-276D14A1D5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49600" y="3717064"/>
            <a:ext cx="3420000" cy="288000"/>
          </a:xfrm>
        </p:spPr>
        <p:txBody>
          <a:bodyPr/>
          <a:lstStyle>
            <a:lvl1pPr marL="0" indent="0">
              <a:buNone/>
              <a:defRPr sz="240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8DAECA-BD0D-480E-932C-EA37E48CE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9600" y="4149080"/>
            <a:ext cx="3420000" cy="1367482"/>
          </a:xfrm>
        </p:spPr>
        <p:txBody>
          <a:bodyPr vert="horz" lIns="72000" tIns="36000" rIns="72000" bIns="36000" numCol="1" spcCol="0" rtlCol="0">
            <a:noAutofit/>
          </a:bodyPr>
          <a:lstStyle>
            <a:lvl1pPr marL="0" indent="0">
              <a:buNone/>
              <a:defRPr lang="de-DE" sz="1400" dirty="0"/>
            </a:lvl1pPr>
            <a:lvl2pPr>
              <a:defRPr lang="de-DE" sz="1400" dirty="0"/>
            </a:lvl2pPr>
            <a:lvl3pPr>
              <a:defRPr lang="de-DE" sz="1200" dirty="0"/>
            </a:lvl3pPr>
            <a:lvl4pPr>
              <a:defRPr lang="de-DE" sz="1200" dirty="0"/>
            </a:lvl4pPr>
            <a:lvl5pPr>
              <a:defRPr lang="de-DE" sz="1200" dirty="0"/>
            </a:lvl5pPr>
          </a:lstStyle>
          <a:p>
            <a:pPr marL="144000" lvl="0" indent="-144000">
              <a:spcBef>
                <a:spcPts val="400"/>
              </a:spcBef>
            </a:pPr>
            <a:r>
              <a:rPr lang="de-DE"/>
              <a:t>Mastertextformat bearbeiten</a:t>
            </a:r>
          </a:p>
          <a:p>
            <a:pPr marL="144000" lvl="1" indent="-144000">
              <a:spcBef>
                <a:spcPts val="400"/>
              </a:spcBef>
            </a:pPr>
            <a:r>
              <a:rPr lang="de-DE"/>
              <a:t>Zweite Ebene</a:t>
            </a:r>
          </a:p>
          <a:p>
            <a:pPr marL="144000" lvl="2" indent="-144000">
              <a:spcBef>
                <a:spcPts val="400"/>
              </a:spcBef>
            </a:pPr>
            <a:r>
              <a:rPr lang="de-DE"/>
              <a:t>Dritte Ebene</a:t>
            </a:r>
          </a:p>
          <a:p>
            <a:pPr marL="144000" lvl="3" indent="-144000">
              <a:spcBef>
                <a:spcPts val="400"/>
              </a:spcBef>
            </a:pPr>
            <a:r>
              <a:rPr lang="de-DE"/>
              <a:t>Vierte Ebene</a:t>
            </a:r>
          </a:p>
          <a:p>
            <a:pPr marL="144000" lvl="4" indent="-144000">
              <a:spcBef>
                <a:spcPts val="400"/>
              </a:spcBef>
            </a:pPr>
            <a:r>
              <a:rPr lang="de-DE"/>
              <a:t>Fünfte Ebene</a:t>
            </a:r>
            <a:endParaRPr lang="de-DE" dirty="0"/>
          </a:p>
        </p:txBody>
      </p:sp>
      <p:sp>
        <p:nvSpPr>
          <p:cNvPr id="24" name="Bildplatzhalter 17">
            <a:extLst>
              <a:ext uri="{FF2B5EF4-FFF2-40B4-BE49-F238E27FC236}">
                <a16:creationId xmlns:a16="http://schemas.microsoft.com/office/drawing/2014/main" id="{A367896F-39FF-4551-A180-FAF84BEE8AF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362800" y="1412873"/>
            <a:ext cx="3276000" cy="20700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B631EF5F-9D43-4D25-A3C1-8424B7998688}"/>
              </a:ext>
            </a:extLst>
          </p:cNvPr>
          <p:cNvCxnSpPr>
            <a:cxnSpLocks/>
          </p:cNvCxnSpPr>
          <p:nvPr/>
        </p:nvCxnSpPr>
        <p:spPr>
          <a:xfrm>
            <a:off x="8176742" y="3717064"/>
            <a:ext cx="0" cy="1728160"/>
          </a:xfrm>
          <a:prstGeom prst="line">
            <a:avLst/>
          </a:prstGeom>
          <a:ln w="3175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60B4F2F9-3D4B-4B10-9917-7DE81EBEBC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90800" y="3717064"/>
            <a:ext cx="3420000" cy="288000"/>
          </a:xfrm>
        </p:spPr>
        <p:txBody>
          <a:bodyPr/>
          <a:lstStyle>
            <a:lvl1pPr marL="0" indent="0">
              <a:buNone/>
              <a:defRPr sz="2400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9DF2F1A8-EA78-49B4-91A1-FA227986E7C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290800" y="4149080"/>
            <a:ext cx="3420000" cy="1367482"/>
          </a:xfrm>
        </p:spPr>
        <p:txBody>
          <a:bodyPr vert="horz" lIns="72000" tIns="36000" rIns="72000" bIns="36000" numCol="1" spcCol="0" rtlCol="0">
            <a:noAutofit/>
          </a:bodyPr>
          <a:lstStyle>
            <a:lvl1pPr marL="0" indent="0">
              <a:buNone/>
              <a:defRPr lang="de-DE" sz="1400" dirty="0"/>
            </a:lvl1pPr>
            <a:lvl2pPr>
              <a:defRPr lang="de-DE" sz="1400" dirty="0"/>
            </a:lvl2pPr>
            <a:lvl3pPr>
              <a:defRPr lang="de-DE" sz="1200" dirty="0"/>
            </a:lvl3pPr>
            <a:lvl4pPr>
              <a:defRPr lang="de-DE" sz="1200" dirty="0"/>
            </a:lvl4pPr>
            <a:lvl5pPr>
              <a:defRPr lang="de-DE" sz="1200" dirty="0"/>
            </a:lvl5pPr>
          </a:lstStyle>
          <a:p>
            <a:pPr marL="144000" lvl="0" indent="-144000">
              <a:spcBef>
                <a:spcPts val="400"/>
              </a:spcBef>
            </a:pPr>
            <a:r>
              <a:rPr lang="de-DE"/>
              <a:t>Mastertextformat bearbeiten</a:t>
            </a:r>
          </a:p>
          <a:p>
            <a:pPr marL="144000" lvl="1" indent="-144000">
              <a:spcBef>
                <a:spcPts val="400"/>
              </a:spcBef>
            </a:pPr>
            <a:r>
              <a:rPr lang="de-DE"/>
              <a:t>Zweite Ebene</a:t>
            </a:r>
          </a:p>
          <a:p>
            <a:pPr marL="144000" lvl="2" indent="-144000">
              <a:spcBef>
                <a:spcPts val="400"/>
              </a:spcBef>
            </a:pPr>
            <a:r>
              <a:rPr lang="de-DE"/>
              <a:t>Dritte Ebene</a:t>
            </a:r>
          </a:p>
          <a:p>
            <a:pPr marL="144000" lvl="3" indent="-144000">
              <a:spcBef>
                <a:spcPts val="400"/>
              </a:spcBef>
            </a:pPr>
            <a:r>
              <a:rPr lang="de-DE"/>
              <a:t>Vierte Ebene</a:t>
            </a:r>
          </a:p>
          <a:p>
            <a:pPr marL="144000" lvl="4" indent="-144000">
              <a:spcBef>
                <a:spcPts val="400"/>
              </a:spcBef>
            </a:pPr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7A8EDE-817D-4B66-9829-D2398094DEF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CC1C00-8EB2-4ED4-8760-1ED51E37FC7D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1402465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7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er Inhalte mit Subline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el 30">
            <a:extLst>
              <a:ext uri="{FF2B5EF4-FFF2-40B4-BE49-F238E27FC236}">
                <a16:creationId xmlns:a16="http://schemas.microsoft.com/office/drawing/2014/main" id="{C35EA285-FFC4-42D3-9B10-7CA978906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25495"/>
            <a:ext cx="11376025" cy="98737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6496E38B-6E8A-405A-A8B5-9E5D2EA929BD}"/>
              </a:ext>
            </a:extLst>
          </p:cNvPr>
          <p:cNvCxnSpPr>
            <a:cxnSpLocks/>
          </p:cNvCxnSpPr>
          <p:nvPr/>
        </p:nvCxnSpPr>
        <p:spPr>
          <a:xfrm>
            <a:off x="496800" y="2556000"/>
            <a:ext cx="0" cy="2160000"/>
          </a:xfrm>
          <a:prstGeom prst="line">
            <a:avLst/>
          </a:prstGeom>
          <a:ln w="3175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DCF21F7-ABFF-48C5-87DE-7063825AF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4800" y="2507400"/>
            <a:ext cx="2448000" cy="86400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7AC481-AEA1-469C-A06D-41A46ABA9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4800" y="3430800"/>
            <a:ext cx="2448000" cy="1362586"/>
          </a:xfrm>
        </p:spPr>
        <p:txBody>
          <a:bodyPr vert="horz" lIns="72000" tIns="36000" rIns="72000" bIns="36000" numCol="1" spcCol="0" rtlCol="0">
            <a:noAutofit/>
          </a:bodyPr>
          <a:lstStyle>
            <a:lvl1pPr>
              <a:buFontTx/>
              <a:buNone/>
              <a:defRPr lang="de-DE" sz="1400" dirty="0"/>
            </a:lvl1pPr>
            <a:lvl2pPr>
              <a:buFontTx/>
              <a:buNone/>
              <a:defRPr lang="de-DE" sz="1400" dirty="0"/>
            </a:lvl2pPr>
            <a:lvl3pPr>
              <a:buFontTx/>
              <a:buNone/>
              <a:defRPr lang="de-DE" sz="1200" dirty="0"/>
            </a:lvl3pPr>
            <a:lvl4pPr>
              <a:buFontTx/>
              <a:buNone/>
              <a:defRPr lang="de-DE" sz="1200" dirty="0"/>
            </a:lvl4pPr>
            <a:lvl5pPr>
              <a:buFontTx/>
              <a:buNone/>
              <a:defRPr lang="de-DE" sz="1200" dirty="0"/>
            </a:lvl5pPr>
          </a:lstStyle>
          <a:p>
            <a:pPr marL="144000" lvl="0" indent="-144000">
              <a:spcBef>
                <a:spcPts val="400"/>
              </a:spcBef>
            </a:pPr>
            <a:r>
              <a:rPr lang="de-DE"/>
              <a:t>Mastertextformat bearbeiten</a:t>
            </a:r>
          </a:p>
          <a:p>
            <a:pPr marL="144000" lvl="1" indent="-144000">
              <a:spcBef>
                <a:spcPts val="400"/>
              </a:spcBef>
            </a:pPr>
            <a:r>
              <a:rPr lang="de-DE"/>
              <a:t>Zweite Ebene</a:t>
            </a:r>
          </a:p>
          <a:p>
            <a:pPr marL="144000" lvl="2" indent="-144000">
              <a:spcBef>
                <a:spcPts val="400"/>
              </a:spcBef>
            </a:pPr>
            <a:r>
              <a:rPr lang="de-DE"/>
              <a:t>Dritte Ebene</a:t>
            </a:r>
          </a:p>
          <a:p>
            <a:pPr marL="144000" lvl="3" indent="-144000">
              <a:spcBef>
                <a:spcPts val="400"/>
              </a:spcBef>
            </a:pPr>
            <a:r>
              <a:rPr lang="de-DE"/>
              <a:t>Vierte Ebene</a:t>
            </a:r>
          </a:p>
          <a:p>
            <a:pPr marL="144000" lvl="4" indent="-144000">
              <a:spcBef>
                <a:spcPts val="400"/>
              </a:spcBef>
            </a:pPr>
            <a:r>
              <a:rPr lang="de-DE"/>
              <a:t>Fünfte Ebene</a:t>
            </a:r>
            <a:endParaRPr lang="de-DE" dirty="0"/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4B0515C-4703-44BF-B995-965917227601}"/>
              </a:ext>
            </a:extLst>
          </p:cNvPr>
          <p:cNvCxnSpPr>
            <a:cxnSpLocks/>
          </p:cNvCxnSpPr>
          <p:nvPr/>
        </p:nvCxnSpPr>
        <p:spPr>
          <a:xfrm>
            <a:off x="3384000" y="2556000"/>
            <a:ext cx="0" cy="216000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66B79EF6-92B0-4E9A-849D-276D14A1D5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91408" y="2507400"/>
            <a:ext cx="2448000" cy="86400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8DAECA-BD0D-480E-932C-EA37E48CE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1408" y="3430800"/>
            <a:ext cx="2448000" cy="1362586"/>
          </a:xfrm>
        </p:spPr>
        <p:txBody>
          <a:bodyPr vert="horz" lIns="72000" tIns="36000" rIns="72000" bIns="36000" numCol="1" spcCol="0" rtlCol="0">
            <a:noAutofit/>
          </a:bodyPr>
          <a:lstStyle>
            <a:lvl1pPr>
              <a:buFontTx/>
              <a:buNone/>
              <a:defRPr lang="de-DE" sz="1400" dirty="0"/>
            </a:lvl1pPr>
            <a:lvl2pPr>
              <a:buFontTx/>
              <a:buNone/>
              <a:defRPr lang="de-DE" sz="1400" dirty="0"/>
            </a:lvl2pPr>
            <a:lvl3pPr>
              <a:buFontTx/>
              <a:buNone/>
              <a:defRPr lang="de-DE" sz="1200" dirty="0"/>
            </a:lvl3pPr>
            <a:lvl4pPr>
              <a:buFontTx/>
              <a:buNone/>
              <a:defRPr lang="de-DE" sz="1200" dirty="0"/>
            </a:lvl4pPr>
            <a:lvl5pPr>
              <a:buFontTx/>
              <a:buNone/>
              <a:defRPr lang="de-DE" sz="1200" dirty="0"/>
            </a:lvl5pPr>
          </a:lstStyle>
          <a:p>
            <a:pPr marL="144000" lvl="0" indent="-144000">
              <a:spcBef>
                <a:spcPts val="400"/>
              </a:spcBef>
            </a:pPr>
            <a:r>
              <a:rPr lang="de-DE"/>
              <a:t>Mastertextformat bearbeiten</a:t>
            </a:r>
          </a:p>
          <a:p>
            <a:pPr marL="144000" lvl="1" indent="-144000">
              <a:spcBef>
                <a:spcPts val="400"/>
              </a:spcBef>
            </a:pPr>
            <a:r>
              <a:rPr lang="de-DE"/>
              <a:t>Zweite Ebene</a:t>
            </a:r>
          </a:p>
          <a:p>
            <a:pPr marL="144000" lvl="2" indent="-144000">
              <a:spcBef>
                <a:spcPts val="400"/>
              </a:spcBef>
            </a:pPr>
            <a:r>
              <a:rPr lang="de-DE"/>
              <a:t>Dritte Ebene</a:t>
            </a:r>
          </a:p>
          <a:p>
            <a:pPr marL="144000" lvl="3" indent="-144000">
              <a:spcBef>
                <a:spcPts val="400"/>
              </a:spcBef>
            </a:pPr>
            <a:r>
              <a:rPr lang="de-DE"/>
              <a:t>Vierte Ebene</a:t>
            </a:r>
          </a:p>
          <a:p>
            <a:pPr marL="144000" lvl="4" indent="-144000">
              <a:spcBef>
                <a:spcPts val="400"/>
              </a:spcBef>
            </a:pPr>
            <a:r>
              <a:rPr lang="de-DE"/>
              <a:t>Fünfte Ebene</a:t>
            </a:r>
            <a:endParaRPr lang="de-DE" dirty="0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EB74B86-7E62-4EFD-801D-4635A2A31739}"/>
              </a:ext>
            </a:extLst>
          </p:cNvPr>
          <p:cNvCxnSpPr>
            <a:cxnSpLocks/>
          </p:cNvCxnSpPr>
          <p:nvPr/>
        </p:nvCxnSpPr>
        <p:spPr>
          <a:xfrm>
            <a:off x="6271200" y="2556000"/>
            <a:ext cx="0" cy="2160000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60B4F2F9-3D4B-4B10-9917-7DE81EBEBC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78016" y="2507400"/>
            <a:ext cx="2448000" cy="86400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9DF2F1A8-EA78-49B4-91A1-FA227986E7C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78016" y="3430800"/>
            <a:ext cx="2448000" cy="1362586"/>
          </a:xfrm>
        </p:spPr>
        <p:txBody>
          <a:bodyPr vert="horz" lIns="72000" tIns="36000" rIns="72000" bIns="36000" numCol="1" spcCol="0" rtlCol="0">
            <a:noAutofit/>
          </a:bodyPr>
          <a:lstStyle>
            <a:lvl1pPr>
              <a:buFontTx/>
              <a:buNone/>
              <a:defRPr lang="de-DE" sz="1400" dirty="0"/>
            </a:lvl1pPr>
            <a:lvl2pPr>
              <a:buFontTx/>
              <a:buNone/>
              <a:defRPr lang="de-DE" sz="1400" dirty="0"/>
            </a:lvl2pPr>
            <a:lvl3pPr>
              <a:buFontTx/>
              <a:buNone/>
              <a:defRPr lang="de-DE" sz="1200" dirty="0"/>
            </a:lvl3pPr>
            <a:lvl4pPr>
              <a:buFontTx/>
              <a:buNone/>
              <a:defRPr lang="de-DE" sz="1200" dirty="0"/>
            </a:lvl4pPr>
            <a:lvl5pPr>
              <a:buFontTx/>
              <a:buNone/>
              <a:defRPr lang="de-DE" sz="1200" dirty="0"/>
            </a:lvl5pPr>
          </a:lstStyle>
          <a:p>
            <a:pPr marL="144000" lvl="0" indent="-144000">
              <a:spcBef>
                <a:spcPts val="400"/>
              </a:spcBef>
            </a:pPr>
            <a:r>
              <a:rPr lang="de-DE"/>
              <a:t>Mastertextformat bearbeiten</a:t>
            </a:r>
          </a:p>
          <a:p>
            <a:pPr marL="144000" lvl="1" indent="-144000">
              <a:spcBef>
                <a:spcPts val="400"/>
              </a:spcBef>
            </a:pPr>
            <a:r>
              <a:rPr lang="de-DE"/>
              <a:t>Zweite Ebene</a:t>
            </a:r>
          </a:p>
          <a:p>
            <a:pPr marL="144000" lvl="2" indent="-144000">
              <a:spcBef>
                <a:spcPts val="400"/>
              </a:spcBef>
            </a:pPr>
            <a:r>
              <a:rPr lang="de-DE"/>
              <a:t>Dritte Ebene</a:t>
            </a:r>
          </a:p>
          <a:p>
            <a:pPr marL="144000" lvl="3" indent="-144000">
              <a:spcBef>
                <a:spcPts val="400"/>
              </a:spcBef>
            </a:pPr>
            <a:r>
              <a:rPr lang="de-DE"/>
              <a:t>Vierte Ebene</a:t>
            </a:r>
          </a:p>
          <a:p>
            <a:pPr marL="144000" lvl="4" indent="-144000">
              <a:spcBef>
                <a:spcPts val="400"/>
              </a:spcBef>
            </a:pPr>
            <a:r>
              <a:rPr lang="de-DE"/>
              <a:t>Fünfte Ebene</a:t>
            </a:r>
            <a:endParaRPr lang="de-DE" dirty="0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3516A07A-9535-4D69-8AB3-D10D2BE07FB5}"/>
              </a:ext>
            </a:extLst>
          </p:cNvPr>
          <p:cNvCxnSpPr>
            <a:cxnSpLocks/>
          </p:cNvCxnSpPr>
          <p:nvPr/>
        </p:nvCxnSpPr>
        <p:spPr>
          <a:xfrm>
            <a:off x="9156624" y="2556000"/>
            <a:ext cx="0" cy="2160000"/>
          </a:xfrm>
          <a:prstGeom prst="line">
            <a:avLst/>
          </a:prstGeom>
          <a:ln w="31750" cap="rnd">
            <a:solidFill>
              <a:schemeClr val="accent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platzhalter 19">
            <a:extLst>
              <a:ext uri="{FF2B5EF4-FFF2-40B4-BE49-F238E27FC236}">
                <a16:creationId xmlns:a16="http://schemas.microsoft.com/office/drawing/2014/main" id="{2F6B72F0-E026-4B7A-80E1-5261F68C99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64624" y="2507400"/>
            <a:ext cx="2448000" cy="86400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27629F5A-08F2-4B8D-837F-D1AB6F3E288B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9264624" y="3430800"/>
            <a:ext cx="2448000" cy="1362586"/>
          </a:xfrm>
        </p:spPr>
        <p:txBody>
          <a:bodyPr vert="horz" lIns="72000" tIns="36000" rIns="72000" bIns="36000" numCol="1" spcCol="0" rtlCol="0">
            <a:noAutofit/>
          </a:bodyPr>
          <a:lstStyle>
            <a:lvl1pPr>
              <a:buFontTx/>
              <a:buNone/>
              <a:defRPr lang="de-DE" sz="1400" dirty="0"/>
            </a:lvl1pPr>
            <a:lvl2pPr>
              <a:buFontTx/>
              <a:buNone/>
              <a:defRPr lang="de-DE" sz="1400" dirty="0"/>
            </a:lvl2pPr>
            <a:lvl3pPr>
              <a:buFontTx/>
              <a:buNone/>
              <a:defRPr lang="de-DE" sz="1200" dirty="0"/>
            </a:lvl3pPr>
            <a:lvl4pPr>
              <a:buFontTx/>
              <a:buNone/>
              <a:defRPr lang="de-DE" sz="1200" dirty="0"/>
            </a:lvl4pPr>
            <a:lvl5pPr>
              <a:buFontTx/>
              <a:buNone/>
              <a:defRPr lang="de-DE" sz="1200" dirty="0"/>
            </a:lvl5pPr>
          </a:lstStyle>
          <a:p>
            <a:pPr marL="144000" lvl="0" indent="-144000">
              <a:spcBef>
                <a:spcPts val="400"/>
              </a:spcBef>
            </a:pPr>
            <a:r>
              <a:rPr lang="de-DE"/>
              <a:t>Mastertextformat bearbeiten</a:t>
            </a:r>
          </a:p>
          <a:p>
            <a:pPr marL="144000" lvl="1" indent="-144000">
              <a:spcBef>
                <a:spcPts val="400"/>
              </a:spcBef>
            </a:pPr>
            <a:r>
              <a:rPr lang="de-DE"/>
              <a:t>Zweite Ebene</a:t>
            </a:r>
          </a:p>
          <a:p>
            <a:pPr marL="144000" lvl="2" indent="-144000">
              <a:spcBef>
                <a:spcPts val="400"/>
              </a:spcBef>
            </a:pPr>
            <a:r>
              <a:rPr lang="de-DE"/>
              <a:t>Dritte Ebene</a:t>
            </a:r>
          </a:p>
          <a:p>
            <a:pPr marL="144000" lvl="3" indent="-144000">
              <a:spcBef>
                <a:spcPts val="400"/>
              </a:spcBef>
            </a:pPr>
            <a:r>
              <a:rPr lang="de-DE"/>
              <a:t>Vierte Ebene</a:t>
            </a:r>
          </a:p>
          <a:p>
            <a:pPr marL="144000" lvl="4" indent="-144000">
              <a:spcBef>
                <a:spcPts val="400"/>
              </a:spcBef>
            </a:pPr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A94FB38-6B0F-4D66-9844-715FBF001BD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C72C025-4561-40F6-A68A-E0E8B33A96D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21629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er Inhalte mit Subline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el 30">
            <a:extLst>
              <a:ext uri="{FF2B5EF4-FFF2-40B4-BE49-F238E27FC236}">
                <a16:creationId xmlns:a16="http://schemas.microsoft.com/office/drawing/2014/main" id="{C35EA285-FFC4-42D3-9B10-7CA978906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25495"/>
            <a:ext cx="11376025" cy="987379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6496E38B-6E8A-405A-A8B5-9E5D2EA929BD}"/>
              </a:ext>
            </a:extLst>
          </p:cNvPr>
          <p:cNvCxnSpPr>
            <a:cxnSpLocks/>
          </p:cNvCxnSpPr>
          <p:nvPr/>
        </p:nvCxnSpPr>
        <p:spPr>
          <a:xfrm>
            <a:off x="496800" y="1423938"/>
            <a:ext cx="0" cy="471600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FDCF21F7-ABFF-48C5-87DE-7063825AF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4800" y="1423938"/>
            <a:ext cx="2448000" cy="27687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27AC481-AEA1-469C-A06D-41A46ABA9F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4800" y="1837966"/>
            <a:ext cx="2448000" cy="4327884"/>
          </a:xfrm>
        </p:spPr>
        <p:txBody>
          <a:bodyPr vert="horz" lIns="72000" tIns="36000" rIns="72000" bIns="36000" numCol="1" spcCol="0" rtlCol="0">
            <a:noAutofit/>
          </a:bodyPr>
          <a:lstStyle>
            <a:lvl1pPr>
              <a:defRPr lang="de-DE" sz="1400" dirty="0"/>
            </a:lvl1pPr>
            <a:lvl2pPr>
              <a:defRPr lang="de-DE" sz="1400" dirty="0"/>
            </a:lvl2pPr>
            <a:lvl3pPr>
              <a:defRPr lang="de-DE" sz="1200" dirty="0"/>
            </a:lvl3pPr>
            <a:lvl4pPr>
              <a:defRPr lang="de-DE" sz="1200" dirty="0"/>
            </a:lvl4pPr>
            <a:lvl5pPr>
              <a:defRPr lang="de-DE" sz="1200" dirty="0"/>
            </a:lvl5pPr>
          </a:lstStyle>
          <a:p>
            <a:pPr marL="144000" lvl="0" indent="-144000">
              <a:spcBef>
                <a:spcPts val="400"/>
              </a:spcBef>
            </a:pPr>
            <a:r>
              <a:rPr lang="de-DE"/>
              <a:t>Mastertextformat bearbeiten</a:t>
            </a:r>
          </a:p>
          <a:p>
            <a:pPr marL="144000" lvl="1" indent="-144000">
              <a:spcBef>
                <a:spcPts val="400"/>
              </a:spcBef>
            </a:pPr>
            <a:r>
              <a:rPr lang="de-DE"/>
              <a:t>Zweite Ebene</a:t>
            </a:r>
          </a:p>
          <a:p>
            <a:pPr marL="144000" lvl="2" indent="-144000">
              <a:spcBef>
                <a:spcPts val="400"/>
              </a:spcBef>
            </a:pPr>
            <a:r>
              <a:rPr lang="de-DE"/>
              <a:t>Dritte Ebene</a:t>
            </a:r>
          </a:p>
          <a:p>
            <a:pPr marL="144000" lvl="3" indent="-144000">
              <a:spcBef>
                <a:spcPts val="400"/>
              </a:spcBef>
            </a:pPr>
            <a:r>
              <a:rPr lang="de-DE"/>
              <a:t>Vierte Ebene</a:t>
            </a:r>
          </a:p>
          <a:p>
            <a:pPr marL="144000" lvl="4" indent="-144000">
              <a:spcBef>
                <a:spcPts val="400"/>
              </a:spcBef>
            </a:pPr>
            <a:r>
              <a:rPr lang="de-DE"/>
              <a:t>Fünfte Ebene</a:t>
            </a:r>
            <a:endParaRPr lang="de-DE" dirty="0"/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64B0515C-4703-44BF-B995-965917227601}"/>
              </a:ext>
            </a:extLst>
          </p:cNvPr>
          <p:cNvCxnSpPr>
            <a:cxnSpLocks/>
          </p:cNvCxnSpPr>
          <p:nvPr/>
        </p:nvCxnSpPr>
        <p:spPr>
          <a:xfrm>
            <a:off x="3384000" y="1423938"/>
            <a:ext cx="0" cy="4716000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platzhalter 19">
            <a:extLst>
              <a:ext uri="{FF2B5EF4-FFF2-40B4-BE49-F238E27FC236}">
                <a16:creationId xmlns:a16="http://schemas.microsoft.com/office/drawing/2014/main" id="{66B79EF6-92B0-4E9A-849D-276D14A1D57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491408" y="1423938"/>
            <a:ext cx="2448000" cy="27687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08DAECA-BD0D-480E-932C-EA37E48CE1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1408" y="1837966"/>
            <a:ext cx="2448000" cy="4327884"/>
          </a:xfrm>
        </p:spPr>
        <p:txBody>
          <a:bodyPr vert="horz" lIns="72000" tIns="36000" rIns="72000" bIns="36000" numCol="1" spcCol="0" rtlCol="0">
            <a:noAutofit/>
          </a:bodyPr>
          <a:lstStyle>
            <a:lvl1pPr>
              <a:defRPr lang="de-DE" sz="1400" dirty="0"/>
            </a:lvl1pPr>
            <a:lvl2pPr>
              <a:defRPr lang="de-DE" sz="1400" dirty="0"/>
            </a:lvl2pPr>
            <a:lvl3pPr>
              <a:defRPr lang="de-DE" sz="1200" dirty="0"/>
            </a:lvl3pPr>
            <a:lvl4pPr>
              <a:defRPr lang="de-DE" sz="1200" dirty="0"/>
            </a:lvl4pPr>
            <a:lvl5pPr>
              <a:defRPr lang="de-DE" sz="1200" dirty="0"/>
            </a:lvl5pPr>
          </a:lstStyle>
          <a:p>
            <a:pPr marL="144000" lvl="0" indent="-144000">
              <a:spcBef>
                <a:spcPts val="400"/>
              </a:spcBef>
            </a:pPr>
            <a:r>
              <a:rPr lang="de-DE"/>
              <a:t>Mastertextformat bearbeiten</a:t>
            </a:r>
          </a:p>
          <a:p>
            <a:pPr marL="144000" lvl="1" indent="-144000">
              <a:spcBef>
                <a:spcPts val="400"/>
              </a:spcBef>
            </a:pPr>
            <a:r>
              <a:rPr lang="de-DE"/>
              <a:t>Zweite Ebene</a:t>
            </a:r>
          </a:p>
          <a:p>
            <a:pPr marL="144000" lvl="2" indent="-144000">
              <a:spcBef>
                <a:spcPts val="400"/>
              </a:spcBef>
            </a:pPr>
            <a:r>
              <a:rPr lang="de-DE"/>
              <a:t>Dritte Ebene</a:t>
            </a:r>
          </a:p>
          <a:p>
            <a:pPr marL="144000" lvl="3" indent="-144000">
              <a:spcBef>
                <a:spcPts val="400"/>
              </a:spcBef>
            </a:pPr>
            <a:r>
              <a:rPr lang="de-DE"/>
              <a:t>Vierte Ebene</a:t>
            </a:r>
          </a:p>
          <a:p>
            <a:pPr marL="144000" lvl="4" indent="-144000">
              <a:spcBef>
                <a:spcPts val="400"/>
              </a:spcBef>
            </a:pPr>
            <a:r>
              <a:rPr lang="de-DE"/>
              <a:t>Fünfte Ebene</a:t>
            </a:r>
            <a:endParaRPr lang="de-DE" dirty="0"/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8EB74B86-7E62-4EFD-801D-4635A2A31739}"/>
              </a:ext>
            </a:extLst>
          </p:cNvPr>
          <p:cNvCxnSpPr>
            <a:cxnSpLocks/>
          </p:cNvCxnSpPr>
          <p:nvPr/>
        </p:nvCxnSpPr>
        <p:spPr>
          <a:xfrm>
            <a:off x="6271200" y="1423938"/>
            <a:ext cx="0" cy="4716000"/>
          </a:xfrm>
          <a:prstGeom prst="line">
            <a:avLst/>
          </a:prstGeom>
          <a:ln w="3175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platzhalter 19">
            <a:extLst>
              <a:ext uri="{FF2B5EF4-FFF2-40B4-BE49-F238E27FC236}">
                <a16:creationId xmlns:a16="http://schemas.microsoft.com/office/drawing/2014/main" id="{60B4F2F9-3D4B-4B10-9917-7DE81EBEBCE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78016" y="1423938"/>
            <a:ext cx="2448000" cy="27687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9DF2F1A8-EA78-49B4-91A1-FA227986E7C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78016" y="1837966"/>
            <a:ext cx="2448000" cy="4327884"/>
          </a:xfrm>
        </p:spPr>
        <p:txBody>
          <a:bodyPr vert="horz" lIns="72000" tIns="36000" rIns="72000" bIns="36000" numCol="1" spcCol="0" rtlCol="0">
            <a:noAutofit/>
          </a:bodyPr>
          <a:lstStyle>
            <a:lvl1pPr>
              <a:defRPr lang="de-DE" sz="1400" dirty="0"/>
            </a:lvl1pPr>
            <a:lvl2pPr>
              <a:defRPr lang="de-DE" sz="1400" dirty="0"/>
            </a:lvl2pPr>
            <a:lvl3pPr>
              <a:defRPr lang="de-DE" sz="1200" dirty="0"/>
            </a:lvl3pPr>
            <a:lvl4pPr>
              <a:defRPr lang="de-DE" sz="1200" dirty="0"/>
            </a:lvl4pPr>
            <a:lvl5pPr>
              <a:defRPr lang="de-DE" sz="1200" dirty="0"/>
            </a:lvl5pPr>
          </a:lstStyle>
          <a:p>
            <a:pPr marL="144000" lvl="0" indent="-144000">
              <a:spcBef>
                <a:spcPts val="400"/>
              </a:spcBef>
            </a:pPr>
            <a:r>
              <a:rPr lang="de-DE"/>
              <a:t>Mastertextformat bearbeiten</a:t>
            </a:r>
          </a:p>
          <a:p>
            <a:pPr marL="144000" lvl="1" indent="-144000">
              <a:spcBef>
                <a:spcPts val="400"/>
              </a:spcBef>
            </a:pPr>
            <a:r>
              <a:rPr lang="de-DE"/>
              <a:t>Zweite Ebene</a:t>
            </a:r>
          </a:p>
          <a:p>
            <a:pPr marL="144000" lvl="2" indent="-144000">
              <a:spcBef>
                <a:spcPts val="400"/>
              </a:spcBef>
            </a:pPr>
            <a:r>
              <a:rPr lang="de-DE"/>
              <a:t>Dritte Ebene</a:t>
            </a:r>
          </a:p>
          <a:p>
            <a:pPr marL="144000" lvl="3" indent="-144000">
              <a:spcBef>
                <a:spcPts val="400"/>
              </a:spcBef>
            </a:pPr>
            <a:r>
              <a:rPr lang="de-DE"/>
              <a:t>Vierte Ebene</a:t>
            </a:r>
          </a:p>
          <a:p>
            <a:pPr marL="144000" lvl="4" indent="-144000">
              <a:spcBef>
                <a:spcPts val="400"/>
              </a:spcBef>
            </a:pPr>
            <a:r>
              <a:rPr lang="de-DE"/>
              <a:t>Fünfte Ebene</a:t>
            </a:r>
            <a:endParaRPr lang="de-DE" dirty="0"/>
          </a:p>
        </p:txBody>
      </p:sp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3516A07A-9535-4D69-8AB3-D10D2BE07FB5}"/>
              </a:ext>
            </a:extLst>
          </p:cNvPr>
          <p:cNvCxnSpPr>
            <a:cxnSpLocks/>
          </p:cNvCxnSpPr>
          <p:nvPr/>
        </p:nvCxnSpPr>
        <p:spPr>
          <a:xfrm>
            <a:off x="9156624" y="1423938"/>
            <a:ext cx="0" cy="4716000"/>
          </a:xfrm>
          <a:prstGeom prst="line">
            <a:avLst/>
          </a:prstGeom>
          <a:ln w="31750" cap="rnd">
            <a:solidFill>
              <a:schemeClr val="accent4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platzhalter 19">
            <a:extLst>
              <a:ext uri="{FF2B5EF4-FFF2-40B4-BE49-F238E27FC236}">
                <a16:creationId xmlns:a16="http://schemas.microsoft.com/office/drawing/2014/main" id="{2F6B72F0-E026-4B7A-80E1-5261F68C99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264624" y="1423938"/>
            <a:ext cx="2448000" cy="276870"/>
          </a:xfrm>
        </p:spPr>
        <p:txBody>
          <a:bodyPr/>
          <a:lstStyle>
            <a:lvl1pPr marL="0" indent="0">
              <a:buNone/>
              <a:defRPr sz="1800" spc="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Inhaltsplatzhalter 3">
            <a:extLst>
              <a:ext uri="{FF2B5EF4-FFF2-40B4-BE49-F238E27FC236}">
                <a16:creationId xmlns:a16="http://schemas.microsoft.com/office/drawing/2014/main" id="{27629F5A-08F2-4B8D-837F-D1AB6F3E288B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9264624" y="1837966"/>
            <a:ext cx="2448000" cy="4327884"/>
          </a:xfrm>
        </p:spPr>
        <p:txBody>
          <a:bodyPr vert="horz" lIns="72000" tIns="36000" rIns="72000" bIns="36000" numCol="1" spcCol="0" rtlCol="0">
            <a:noAutofit/>
          </a:bodyPr>
          <a:lstStyle>
            <a:lvl1pPr>
              <a:defRPr lang="de-DE" sz="1400" dirty="0"/>
            </a:lvl1pPr>
            <a:lvl2pPr>
              <a:defRPr lang="de-DE" sz="1400" dirty="0"/>
            </a:lvl2pPr>
            <a:lvl3pPr>
              <a:defRPr lang="de-DE" sz="1200" dirty="0"/>
            </a:lvl3pPr>
            <a:lvl4pPr>
              <a:defRPr lang="de-DE" sz="1200" dirty="0"/>
            </a:lvl4pPr>
            <a:lvl5pPr>
              <a:defRPr lang="de-DE" sz="1200" dirty="0"/>
            </a:lvl5pPr>
          </a:lstStyle>
          <a:p>
            <a:pPr marL="144000" lvl="0" indent="-144000">
              <a:spcBef>
                <a:spcPts val="400"/>
              </a:spcBef>
            </a:pPr>
            <a:r>
              <a:rPr lang="de-DE"/>
              <a:t>Mastertextformat bearbeiten</a:t>
            </a:r>
          </a:p>
          <a:p>
            <a:pPr marL="144000" lvl="1" indent="-144000">
              <a:spcBef>
                <a:spcPts val="400"/>
              </a:spcBef>
            </a:pPr>
            <a:r>
              <a:rPr lang="de-DE"/>
              <a:t>Zweite Ebene</a:t>
            </a:r>
          </a:p>
          <a:p>
            <a:pPr marL="144000" lvl="2" indent="-144000">
              <a:spcBef>
                <a:spcPts val="400"/>
              </a:spcBef>
            </a:pPr>
            <a:r>
              <a:rPr lang="de-DE"/>
              <a:t>Dritte Ebene</a:t>
            </a:r>
          </a:p>
          <a:p>
            <a:pPr marL="144000" lvl="3" indent="-144000">
              <a:spcBef>
                <a:spcPts val="400"/>
              </a:spcBef>
            </a:pPr>
            <a:r>
              <a:rPr lang="de-DE"/>
              <a:t>Vierte Ebene</a:t>
            </a:r>
          </a:p>
          <a:p>
            <a:pPr marL="144000" lvl="4" indent="-144000">
              <a:spcBef>
                <a:spcPts val="400"/>
              </a:spcBef>
            </a:pPr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A43D91-0DF8-4189-A33F-2BE3CCBDA92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7F01C23-CF0D-4580-B558-B3A0C09F9DD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9615846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 große ohne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36F14922-A21B-43E8-AA04-71A5F93A1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25496"/>
            <a:ext cx="11376025" cy="1708104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F62F5-B518-4D8A-99D3-5B2C69C9F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7" y="2349499"/>
            <a:ext cx="5611813" cy="3827463"/>
          </a:xfrm>
        </p:spPr>
        <p:txBody>
          <a:bodyPr/>
          <a:lstStyle>
            <a:lvl1pPr>
              <a:buFontTx/>
              <a:buNone/>
              <a:defRPr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E7F08B-993E-41A3-A0D5-9548D9B0E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2349499"/>
            <a:ext cx="5611813" cy="3827463"/>
          </a:xfrm>
        </p:spPr>
        <p:txBody>
          <a:bodyPr/>
          <a:lstStyle>
            <a:lvl1pPr>
              <a:buFontTx/>
              <a:buNone/>
              <a:defRPr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15649CD-1128-4968-B513-8EE5DA3D1A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870701D-D90E-4EC7-BCF2-DF3F5D2A91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4722578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 groß mit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3544CF-2EFD-48BE-8E5C-005BAF131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0" name="Textplatzhalter 7">
            <a:extLst>
              <a:ext uri="{FF2B5EF4-FFF2-40B4-BE49-F238E27FC236}">
                <a16:creationId xmlns:a16="http://schemas.microsoft.com/office/drawing/2014/main" id="{B47588C5-2B5F-4624-AA8D-BF69F3950B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052736"/>
            <a:ext cx="11376024" cy="864000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spc="1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F62F5-B518-4D8A-99D3-5B2C69C9F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07987" y="2349499"/>
            <a:ext cx="5611813" cy="3827463"/>
          </a:xfrm>
        </p:spPr>
        <p:txBody>
          <a:bodyPr/>
          <a:lstStyle>
            <a:lvl1pPr>
              <a:buFontTx/>
              <a:buNone/>
              <a:defRPr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E7F08B-993E-41A3-A0D5-9548D9B0E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2349499"/>
            <a:ext cx="5611813" cy="3827463"/>
          </a:xfrm>
        </p:spPr>
        <p:txBody>
          <a:bodyPr/>
          <a:lstStyle>
            <a:lvl1pPr>
              <a:buFontTx/>
              <a:buNone/>
              <a:defRPr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466CE9A-08C5-4136-A2B1-12E9874BE7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12FC5F-81CC-434E-BA86-7E8A56727A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259924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-Folie groß mit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33B3D14C-F026-4F44-9164-255DF79C6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850C5118-4820-47A9-A186-85C28C273B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052736"/>
            <a:ext cx="5593212" cy="864000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spc="1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AFB3B34D-588E-4115-80A7-ED4B4CD68A31}"/>
              </a:ext>
            </a:extLst>
          </p:cNvPr>
          <p:cNvCxnSpPr>
            <a:cxnSpLocks/>
          </p:cNvCxnSpPr>
          <p:nvPr/>
        </p:nvCxnSpPr>
        <p:spPr>
          <a:xfrm>
            <a:off x="496800" y="2365200"/>
            <a:ext cx="0" cy="3780000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22F62F5-B518-4D8A-99D3-5B2C69C9FF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4800" y="2349499"/>
            <a:ext cx="5396404" cy="3167064"/>
          </a:xfrm>
        </p:spPr>
        <p:txBody>
          <a:bodyPr/>
          <a:lstStyle>
            <a:lvl1pPr>
              <a:buFontTx/>
              <a:buNone/>
              <a:defRPr/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1" name="Rahmen hellblau">
            <a:extLst>
              <a:ext uri="{FF2B5EF4-FFF2-40B4-BE49-F238E27FC236}">
                <a16:creationId xmlns:a16="http://schemas.microsoft.com/office/drawing/2014/main" id="{47E1923F-BFCE-4A49-BC5C-82A2C7319E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76934" y="1600826"/>
            <a:ext cx="3575280" cy="4500000"/>
          </a:xfrm>
          <a:prstGeom prst="rect">
            <a:avLst/>
          </a:prstGeom>
        </p:spPr>
      </p:pic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10B01C31-C96F-4004-BAAD-AA9152B15EA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80177" y="2312134"/>
            <a:ext cx="3096344" cy="2448698"/>
          </a:xfrm>
        </p:spPr>
        <p:txBody>
          <a:bodyPr/>
          <a:lstStyle>
            <a:lvl1pPr marL="0" indent="0">
              <a:buFontTx/>
              <a:buNone/>
              <a:defRPr sz="1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de-DE" dirty="0"/>
              <a:t>Zitat-Text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AA80D30A-2523-46CE-ABE5-BBC09E22ED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680177" y="5013325"/>
            <a:ext cx="3096344" cy="503238"/>
          </a:xfrm>
        </p:spPr>
        <p:txBody>
          <a:bodyPr/>
          <a:lstStyle>
            <a:lvl1pPr marL="0" indent="0">
              <a:spcBef>
                <a:spcPts val="400"/>
              </a:spcBef>
              <a:buFontTx/>
              <a:buNone/>
              <a:defRPr sz="1100"/>
            </a:lvl1pPr>
          </a:lstStyle>
          <a:p>
            <a:pPr lvl="0"/>
            <a:r>
              <a:rPr lang="de-DE" dirty="0"/>
              <a:t>Zitat-Quelle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949FA333-DBFD-4964-B682-2CFB380E841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81210EB-6B8D-448C-86B5-FCD720BED2D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41177396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gramm-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C72954C9-77FB-4854-A8E9-D355E7FCC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FA9816D8-71D3-43AF-8A9E-083D40FF11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052736"/>
            <a:ext cx="11376024" cy="864000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99F392-3234-46D6-8274-4DA540A2D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2358000"/>
            <a:ext cx="3744050" cy="2842075"/>
          </a:xfrm>
        </p:spPr>
        <p:txBody>
          <a:bodyPr/>
          <a:lstStyle>
            <a:lvl1pPr marL="180000" indent="-180000">
              <a:buClrTx/>
              <a:buFont typeface="Roboto Light" panose="02000000000000000000" pitchFamily="2" charset="0"/>
              <a:buNone/>
              <a:defRPr/>
            </a:lvl1pPr>
            <a:lvl2pPr marL="360000" indent="-180000">
              <a:buFont typeface="Roboto Light" panose="02000000000000000000" pitchFamily="2" charset="0"/>
              <a:buChar char="•"/>
              <a:defRPr/>
            </a:lvl2pPr>
            <a:lvl3pPr marL="540000" indent="-180000">
              <a:buFont typeface="Roboto Light" panose="02000000000000000000" pitchFamily="2" charset="0"/>
              <a:buChar char="•"/>
              <a:defRPr/>
            </a:lvl3pPr>
            <a:lvl4pPr marL="720000" indent="-180000">
              <a:buFont typeface="Roboto Light" panose="02000000000000000000" pitchFamily="2" charset="0"/>
              <a:buChar char="•"/>
              <a:defRPr/>
            </a:lvl4pPr>
            <a:lvl5pPr marL="900000" indent="-180000">
              <a:buFont typeface="Roboto Light" panose="02000000000000000000" pitchFamily="2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DEA6513-49E2-4879-8854-6ACB1C0DB53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7" y="5445224"/>
            <a:ext cx="3743797" cy="504726"/>
          </a:xfrm>
        </p:spPr>
        <p:txBody>
          <a:bodyPr/>
          <a:lstStyle>
            <a:lvl1pPr>
              <a:buNone/>
              <a:defRPr sz="1050"/>
            </a:lvl1pPr>
          </a:lstStyle>
          <a:p>
            <a:pPr lvl="0"/>
            <a:r>
              <a:rPr lang="de-DE" dirty="0"/>
              <a:t>Quelle:</a:t>
            </a:r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BF1268CB-CD53-4111-B149-95A6D65451D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11675" y="2358000"/>
            <a:ext cx="7272338" cy="3591950"/>
          </a:xfrm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7297A78-F00C-40BB-8F38-BC50AF5D2B1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919D20-FD71-413F-BF88-9F5B3BB24D4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40097012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A3C3F7D7-6EA9-4DB6-B64C-C84E07B68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6EA991-052D-4A74-910B-DA545FDA30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F7378C-9E76-4BC3-B87C-564855F10F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073140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 mit Sub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565B73B4-CACE-4E48-8E0B-8B15E160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2697A625-4E55-4BFE-8D65-C4404CDFAF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8" y="1052736"/>
            <a:ext cx="11376024" cy="864000"/>
          </a:xfrm>
        </p:spPr>
        <p:txBody>
          <a:bodyPr anchor="t" anchorCtr="0">
            <a:noAutofit/>
          </a:bodyPr>
          <a:lstStyle>
            <a:lvl1pPr marL="0" indent="0">
              <a:buNone/>
              <a:defRPr sz="2400" spc="1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Subline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1C86990-3155-46AA-A0CA-376B432FA5C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A1225A-7923-40C9-8F04-741D0AB6C5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9698307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 mit farbigem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7792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eer mit weißem Logo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tzhalter mit Logo weiß">
            <a:extLst>
              <a:ext uri="{FF2B5EF4-FFF2-40B4-BE49-F238E27FC236}">
                <a16:creationId xmlns:a16="http://schemas.microsoft.com/office/drawing/2014/main" id="{F86D1D0C-7EB7-47FA-A830-AAE4ED1B855F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10866334" y="6197726"/>
            <a:ext cx="840840" cy="3276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588952-1F34-4C35-B5E8-9FD6F8B4067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6A9C1E0-C5C4-4484-98F7-70EAE431A72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685113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gani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6D6EBBD9-E8A6-4273-9630-1D74AB345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4BE525DA-219E-4A5C-88DA-8F02DA305135}"/>
              </a:ext>
            </a:extLst>
          </p:cNvPr>
          <p:cNvCxnSpPr>
            <a:cxnSpLocks/>
          </p:cNvCxnSpPr>
          <p:nvPr/>
        </p:nvCxnSpPr>
        <p:spPr>
          <a:xfrm>
            <a:off x="550863" y="1268413"/>
            <a:ext cx="0" cy="1381991"/>
          </a:xfrm>
          <a:prstGeom prst="line">
            <a:avLst/>
          </a:prstGeom>
          <a:ln w="3175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Bildplatzhalter 42">
            <a:extLst>
              <a:ext uri="{FF2B5EF4-FFF2-40B4-BE49-F238E27FC236}">
                <a16:creationId xmlns:a16="http://schemas.microsoft.com/office/drawing/2014/main" id="{D340A431-6E21-4D95-AF6F-1FA4AE007847}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95325" y="1270800"/>
            <a:ext cx="720149" cy="72048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80BEBEFD-B5AB-4849-9C1F-F4C224CE582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430" y="2133600"/>
            <a:ext cx="1980887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1D6E626D-DB0D-4093-8759-B17A5892B8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30" y="2409205"/>
            <a:ext cx="1980887" cy="468000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cxnSp>
        <p:nvCxnSpPr>
          <p:cNvPr id="22" name="Gerader Verbinder 21">
            <a:extLst>
              <a:ext uri="{FF2B5EF4-FFF2-40B4-BE49-F238E27FC236}">
                <a16:creationId xmlns:a16="http://schemas.microsoft.com/office/drawing/2014/main" id="{81A84021-A4A0-4AFF-91B7-97FD92404B14}"/>
              </a:ext>
            </a:extLst>
          </p:cNvPr>
          <p:cNvCxnSpPr>
            <a:cxnSpLocks/>
          </p:cNvCxnSpPr>
          <p:nvPr/>
        </p:nvCxnSpPr>
        <p:spPr>
          <a:xfrm>
            <a:off x="550863" y="2966922"/>
            <a:ext cx="0" cy="1381991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Bildplatzhalter 42">
            <a:extLst>
              <a:ext uri="{FF2B5EF4-FFF2-40B4-BE49-F238E27FC236}">
                <a16:creationId xmlns:a16="http://schemas.microsoft.com/office/drawing/2014/main" id="{C9104323-7E46-404F-8A51-772250880EB6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95325" y="2962800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28" name="Textplatzhalter 24">
            <a:extLst>
              <a:ext uri="{FF2B5EF4-FFF2-40B4-BE49-F238E27FC236}">
                <a16:creationId xmlns:a16="http://schemas.microsoft.com/office/drawing/2014/main" id="{65E7A2A7-46C0-4DB7-BD02-B822557FF95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3392" y="3826800"/>
            <a:ext cx="1980887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9" name="Textplatzhalter 26">
            <a:extLst>
              <a:ext uri="{FF2B5EF4-FFF2-40B4-BE49-F238E27FC236}">
                <a16:creationId xmlns:a16="http://schemas.microsoft.com/office/drawing/2014/main" id="{CA1E0B88-C2F0-4C29-828D-D257DC848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392" y="4100400"/>
            <a:ext cx="1980887" cy="468000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92480AA3-1786-4A9A-BDE0-437589AB9A28}"/>
              </a:ext>
            </a:extLst>
          </p:cNvPr>
          <p:cNvCxnSpPr>
            <a:cxnSpLocks/>
          </p:cNvCxnSpPr>
          <p:nvPr/>
        </p:nvCxnSpPr>
        <p:spPr>
          <a:xfrm>
            <a:off x="2765239" y="2966922"/>
            <a:ext cx="0" cy="1381991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Bildplatzhalter 42">
            <a:extLst>
              <a:ext uri="{FF2B5EF4-FFF2-40B4-BE49-F238E27FC236}">
                <a16:creationId xmlns:a16="http://schemas.microsoft.com/office/drawing/2014/main" id="{2442A822-D7A2-459F-B710-3569F47F302D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2908800" y="2962800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447039E9-750D-41F0-AC2D-0E9B6D6B5ED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36800" y="3826800"/>
            <a:ext cx="1980000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31" name="Textplatzhalter 26">
            <a:extLst>
              <a:ext uri="{FF2B5EF4-FFF2-40B4-BE49-F238E27FC236}">
                <a16:creationId xmlns:a16="http://schemas.microsoft.com/office/drawing/2014/main" id="{36CE50D9-55DB-40BB-BA15-C8AE957582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36800" y="4100400"/>
            <a:ext cx="1980000" cy="468000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cxnSp>
        <p:nvCxnSpPr>
          <p:cNvPr id="62" name="Gerader Verbinder 61">
            <a:extLst>
              <a:ext uri="{FF2B5EF4-FFF2-40B4-BE49-F238E27FC236}">
                <a16:creationId xmlns:a16="http://schemas.microsoft.com/office/drawing/2014/main" id="{FE42C229-46D2-425E-AF81-875BF915A58A}"/>
              </a:ext>
            </a:extLst>
          </p:cNvPr>
          <p:cNvCxnSpPr>
            <a:cxnSpLocks/>
          </p:cNvCxnSpPr>
          <p:nvPr/>
        </p:nvCxnSpPr>
        <p:spPr>
          <a:xfrm>
            <a:off x="4979615" y="2966922"/>
            <a:ext cx="0" cy="1381991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Bildplatzhalter 42">
            <a:extLst>
              <a:ext uri="{FF2B5EF4-FFF2-40B4-BE49-F238E27FC236}">
                <a16:creationId xmlns:a16="http://schemas.microsoft.com/office/drawing/2014/main" id="{CD4EDA32-8A33-4479-8909-F93A80BDCDC9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5122800" y="2962800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32" name="Textplatzhalter 24">
            <a:extLst>
              <a:ext uri="{FF2B5EF4-FFF2-40B4-BE49-F238E27FC236}">
                <a16:creationId xmlns:a16="http://schemas.microsoft.com/office/drawing/2014/main" id="{4BC1BCDF-0918-4A82-B90D-580862CB23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50800" y="3826800"/>
            <a:ext cx="1980000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33" name="Textplatzhalter 26">
            <a:extLst>
              <a:ext uri="{FF2B5EF4-FFF2-40B4-BE49-F238E27FC236}">
                <a16:creationId xmlns:a16="http://schemas.microsoft.com/office/drawing/2014/main" id="{F508EFFE-DB71-49A8-A029-85FD8194057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50800" y="4100400"/>
            <a:ext cx="1980000" cy="468000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81B1C10E-8E64-47F0-96E3-93C82B2E119D}"/>
              </a:ext>
            </a:extLst>
          </p:cNvPr>
          <p:cNvCxnSpPr>
            <a:cxnSpLocks/>
          </p:cNvCxnSpPr>
          <p:nvPr/>
        </p:nvCxnSpPr>
        <p:spPr>
          <a:xfrm>
            <a:off x="7193991" y="2966922"/>
            <a:ext cx="0" cy="1381991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Bildplatzhalter 42">
            <a:extLst>
              <a:ext uri="{FF2B5EF4-FFF2-40B4-BE49-F238E27FC236}">
                <a16:creationId xmlns:a16="http://schemas.microsoft.com/office/drawing/2014/main" id="{40E6C2CF-38DE-4670-B583-D6CDF56E27DF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7336800" y="2966922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52" name="Textplatzhalter 24">
            <a:extLst>
              <a:ext uri="{FF2B5EF4-FFF2-40B4-BE49-F238E27FC236}">
                <a16:creationId xmlns:a16="http://schemas.microsoft.com/office/drawing/2014/main" id="{DB2F1BFE-106B-4D66-BA31-EF876CAF23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64800" y="3826800"/>
            <a:ext cx="1980000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53" name="Textplatzhalter 26">
            <a:extLst>
              <a:ext uri="{FF2B5EF4-FFF2-40B4-BE49-F238E27FC236}">
                <a16:creationId xmlns:a16="http://schemas.microsoft.com/office/drawing/2014/main" id="{5D9526CF-D6D4-4B9F-99BD-59047C73317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264800" y="4100400"/>
            <a:ext cx="1980000" cy="468000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cxnSp>
        <p:nvCxnSpPr>
          <p:cNvPr id="64" name="Gerader Verbinder 63">
            <a:extLst>
              <a:ext uri="{FF2B5EF4-FFF2-40B4-BE49-F238E27FC236}">
                <a16:creationId xmlns:a16="http://schemas.microsoft.com/office/drawing/2014/main" id="{E1BA0F8C-77E3-4172-B8E8-2F4649861620}"/>
              </a:ext>
            </a:extLst>
          </p:cNvPr>
          <p:cNvCxnSpPr>
            <a:cxnSpLocks/>
          </p:cNvCxnSpPr>
          <p:nvPr/>
        </p:nvCxnSpPr>
        <p:spPr>
          <a:xfrm>
            <a:off x="9408368" y="2966922"/>
            <a:ext cx="0" cy="1381991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Bildplatzhalter 42">
            <a:extLst>
              <a:ext uri="{FF2B5EF4-FFF2-40B4-BE49-F238E27FC236}">
                <a16:creationId xmlns:a16="http://schemas.microsoft.com/office/drawing/2014/main" id="{5CBFE0CC-3ECB-490D-9903-25200BBBAC6B}"/>
              </a:ext>
            </a:extLst>
          </p:cNvPr>
          <p:cNvSpPr>
            <a:spLocks noGrp="1" noChangeAspect="1"/>
          </p:cNvSpPr>
          <p:nvPr>
            <p:ph type="pic" sz="quarter" idx="44" hasCustomPrompt="1"/>
          </p:nvPr>
        </p:nvSpPr>
        <p:spPr>
          <a:xfrm>
            <a:off x="9550800" y="2966922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65" name="Textplatzhalter 24">
            <a:extLst>
              <a:ext uri="{FF2B5EF4-FFF2-40B4-BE49-F238E27FC236}">
                <a16:creationId xmlns:a16="http://schemas.microsoft.com/office/drawing/2014/main" id="{8F9F1FBD-505C-46A8-B202-4CC3AD57E9E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478800" y="3826800"/>
            <a:ext cx="1980000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66" name="Textplatzhalter 26">
            <a:extLst>
              <a:ext uri="{FF2B5EF4-FFF2-40B4-BE49-F238E27FC236}">
                <a16:creationId xmlns:a16="http://schemas.microsoft.com/office/drawing/2014/main" id="{ED1C3837-977B-4324-9254-0AB899FA065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78800" y="4100400"/>
            <a:ext cx="1980000" cy="468000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cxnSp>
        <p:nvCxnSpPr>
          <p:cNvPr id="23" name="Gerader Verbinder 22">
            <a:extLst>
              <a:ext uri="{FF2B5EF4-FFF2-40B4-BE49-F238E27FC236}">
                <a16:creationId xmlns:a16="http://schemas.microsoft.com/office/drawing/2014/main" id="{2628FE50-FF83-4EAE-8FAE-306A1DFB2C36}"/>
              </a:ext>
            </a:extLst>
          </p:cNvPr>
          <p:cNvCxnSpPr>
            <a:cxnSpLocks/>
          </p:cNvCxnSpPr>
          <p:nvPr/>
        </p:nvCxnSpPr>
        <p:spPr>
          <a:xfrm>
            <a:off x="550863" y="4653136"/>
            <a:ext cx="0" cy="1381991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Bildplatzhalter 42">
            <a:extLst>
              <a:ext uri="{FF2B5EF4-FFF2-40B4-BE49-F238E27FC236}">
                <a16:creationId xmlns:a16="http://schemas.microsoft.com/office/drawing/2014/main" id="{9B2ADE3B-E3A9-4D9A-8EF4-C9DFF2749985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95325" y="4653136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36" name="Textplatzhalter 24">
            <a:extLst>
              <a:ext uri="{FF2B5EF4-FFF2-40B4-BE49-F238E27FC236}">
                <a16:creationId xmlns:a16="http://schemas.microsoft.com/office/drawing/2014/main" id="{A213E81F-DCD4-4EFD-9F35-BB9549B2389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3392" y="5518800"/>
            <a:ext cx="1980887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54" name="Textplatzhalter 26">
            <a:extLst>
              <a:ext uri="{FF2B5EF4-FFF2-40B4-BE49-F238E27FC236}">
                <a16:creationId xmlns:a16="http://schemas.microsoft.com/office/drawing/2014/main" id="{595FC3B3-08FD-4078-A360-5B8EFBAFF40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3392" y="5813371"/>
            <a:ext cx="1980887" cy="468000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cxnSp>
        <p:nvCxnSpPr>
          <p:cNvPr id="42" name="Gerader Verbinder 41">
            <a:extLst>
              <a:ext uri="{FF2B5EF4-FFF2-40B4-BE49-F238E27FC236}">
                <a16:creationId xmlns:a16="http://schemas.microsoft.com/office/drawing/2014/main" id="{4CFABC1B-139A-4231-9855-D5996E681EF8}"/>
              </a:ext>
            </a:extLst>
          </p:cNvPr>
          <p:cNvCxnSpPr>
            <a:cxnSpLocks/>
          </p:cNvCxnSpPr>
          <p:nvPr/>
        </p:nvCxnSpPr>
        <p:spPr>
          <a:xfrm>
            <a:off x="2765239" y="4653136"/>
            <a:ext cx="0" cy="1381991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Bildplatzhalter 42">
            <a:extLst>
              <a:ext uri="{FF2B5EF4-FFF2-40B4-BE49-F238E27FC236}">
                <a16:creationId xmlns:a16="http://schemas.microsoft.com/office/drawing/2014/main" id="{14534675-65E7-4C82-AABE-AC7DB48462D5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2908800" y="4653136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37" name="Textplatzhalter 24">
            <a:extLst>
              <a:ext uri="{FF2B5EF4-FFF2-40B4-BE49-F238E27FC236}">
                <a16:creationId xmlns:a16="http://schemas.microsoft.com/office/drawing/2014/main" id="{32298A41-88D1-442B-80CC-9695AC18B94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36800" y="5518800"/>
            <a:ext cx="1980000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55" name="Textplatzhalter 26">
            <a:extLst>
              <a:ext uri="{FF2B5EF4-FFF2-40B4-BE49-F238E27FC236}">
                <a16:creationId xmlns:a16="http://schemas.microsoft.com/office/drawing/2014/main" id="{3D9128F3-5146-4166-97DC-94F3499D97A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836800" y="5813371"/>
            <a:ext cx="1980000" cy="468000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E4D20FE1-F1C6-4D96-B147-9EFC36733D4C}"/>
              </a:ext>
            </a:extLst>
          </p:cNvPr>
          <p:cNvCxnSpPr>
            <a:cxnSpLocks/>
          </p:cNvCxnSpPr>
          <p:nvPr/>
        </p:nvCxnSpPr>
        <p:spPr>
          <a:xfrm>
            <a:off x="4979615" y="4653136"/>
            <a:ext cx="0" cy="1381991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Bildplatzhalter 42">
            <a:extLst>
              <a:ext uri="{FF2B5EF4-FFF2-40B4-BE49-F238E27FC236}">
                <a16:creationId xmlns:a16="http://schemas.microsoft.com/office/drawing/2014/main" id="{462080C0-29DD-48D2-9846-0AEE30AEC1CF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5122800" y="4653136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FFE60038-3A73-4DB2-BD26-7030925A7EB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50800" y="5518800"/>
            <a:ext cx="1980000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39" name="Textplatzhalter 26">
            <a:extLst>
              <a:ext uri="{FF2B5EF4-FFF2-40B4-BE49-F238E27FC236}">
                <a16:creationId xmlns:a16="http://schemas.microsoft.com/office/drawing/2014/main" id="{25E9DECB-8D2A-45E1-8D3D-068A2377963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50800" y="5813371"/>
            <a:ext cx="1980000" cy="468000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73E477AB-8435-4A86-B991-15AB9690BA62}"/>
              </a:ext>
            </a:extLst>
          </p:cNvPr>
          <p:cNvCxnSpPr>
            <a:cxnSpLocks/>
          </p:cNvCxnSpPr>
          <p:nvPr/>
        </p:nvCxnSpPr>
        <p:spPr>
          <a:xfrm>
            <a:off x="7193991" y="4653136"/>
            <a:ext cx="0" cy="1381991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Bildplatzhalter 42">
            <a:extLst>
              <a:ext uri="{FF2B5EF4-FFF2-40B4-BE49-F238E27FC236}">
                <a16:creationId xmlns:a16="http://schemas.microsoft.com/office/drawing/2014/main" id="{E8E4D681-D948-4A54-8D86-1A66CFA50CE2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7336800" y="4653136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40" name="Textplatzhalter 24">
            <a:extLst>
              <a:ext uri="{FF2B5EF4-FFF2-40B4-BE49-F238E27FC236}">
                <a16:creationId xmlns:a16="http://schemas.microsoft.com/office/drawing/2014/main" id="{D84E8495-5CFF-456C-BDB4-3674685F76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64800" y="5518800"/>
            <a:ext cx="1980000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41" name="Textplatzhalter 26">
            <a:extLst>
              <a:ext uri="{FF2B5EF4-FFF2-40B4-BE49-F238E27FC236}">
                <a16:creationId xmlns:a16="http://schemas.microsoft.com/office/drawing/2014/main" id="{2F87CCCD-7F8F-49E8-BDB3-AFDCE815A12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64800" y="5813371"/>
            <a:ext cx="1980000" cy="468000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cxnSp>
        <p:nvCxnSpPr>
          <p:cNvPr id="58" name="Gerader Verbinder 57">
            <a:extLst>
              <a:ext uri="{FF2B5EF4-FFF2-40B4-BE49-F238E27FC236}">
                <a16:creationId xmlns:a16="http://schemas.microsoft.com/office/drawing/2014/main" id="{A04E2221-AE70-4C91-AD9A-B3E192BDE598}"/>
              </a:ext>
            </a:extLst>
          </p:cNvPr>
          <p:cNvCxnSpPr>
            <a:cxnSpLocks/>
          </p:cNvCxnSpPr>
          <p:nvPr/>
        </p:nvCxnSpPr>
        <p:spPr>
          <a:xfrm>
            <a:off x="9408368" y="4653136"/>
            <a:ext cx="0" cy="1381991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Bildplatzhalter 42">
            <a:extLst>
              <a:ext uri="{FF2B5EF4-FFF2-40B4-BE49-F238E27FC236}">
                <a16:creationId xmlns:a16="http://schemas.microsoft.com/office/drawing/2014/main" id="{7E91151B-D716-40B9-9B2F-F3B04C23CB1E}"/>
              </a:ext>
            </a:extLst>
          </p:cNvPr>
          <p:cNvSpPr>
            <a:spLocks noGrp="1" noChangeAspect="1"/>
          </p:cNvSpPr>
          <p:nvPr>
            <p:ph type="pic" sz="quarter" idx="43" hasCustomPrompt="1"/>
          </p:nvPr>
        </p:nvSpPr>
        <p:spPr>
          <a:xfrm>
            <a:off x="9550800" y="4653136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67" name="Textplatzhalter 24">
            <a:extLst>
              <a:ext uri="{FF2B5EF4-FFF2-40B4-BE49-F238E27FC236}">
                <a16:creationId xmlns:a16="http://schemas.microsoft.com/office/drawing/2014/main" id="{F59B06E6-E0F8-41ED-9F3F-1507EA1C99A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9478800" y="5518800"/>
            <a:ext cx="1980000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68" name="Textplatzhalter 26">
            <a:extLst>
              <a:ext uri="{FF2B5EF4-FFF2-40B4-BE49-F238E27FC236}">
                <a16:creationId xmlns:a16="http://schemas.microsoft.com/office/drawing/2014/main" id="{58BD356E-4A3C-41F6-97AB-2A528AAB42B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78800" y="5813371"/>
            <a:ext cx="1980000" cy="468000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119A565-7434-47D0-BFF3-F9C8908337B1}"/>
              </a:ext>
            </a:extLst>
          </p:cNvPr>
          <p:cNvSpPr>
            <a:spLocks noGrp="1"/>
          </p:cNvSpPr>
          <p:nvPr>
            <p:ph type="ftr" sz="quarter" idx="49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B002EA-C012-48C3-9275-65227FC82974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0292575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324C8D7-FBA4-485D-BD8A-82F47C6E85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396000"/>
            <a:ext cx="11376025" cy="1016875"/>
          </a:xfrm>
        </p:spPr>
        <p:txBody>
          <a:bodyPr/>
          <a:lstStyle>
            <a:lvl1pPr>
              <a:defRPr spc="-150" baseline="0"/>
            </a:lvl1pPr>
          </a:lstStyle>
          <a:p>
            <a:r>
              <a:rPr lang="de-DE" dirty="0"/>
              <a:t>Agenda.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99F392-3234-46D6-8274-4DA540A2DF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87" y="1700808"/>
            <a:ext cx="11376025" cy="4545192"/>
          </a:xfrm>
        </p:spPr>
        <p:txBody>
          <a:bodyPr/>
          <a:lstStyle>
            <a:lvl1pPr marL="288000" indent="-288000">
              <a:spcBef>
                <a:spcPts val="2400"/>
              </a:spcBef>
              <a:buClr>
                <a:schemeClr val="accent3"/>
              </a:buClr>
              <a:buFont typeface="+mj-lt"/>
              <a:buAutoNum type="arabicPeriod"/>
              <a:defRPr sz="1800">
                <a:solidFill>
                  <a:schemeClr val="accent5"/>
                </a:solidFill>
                <a:latin typeface="+mj-lt"/>
              </a:defRPr>
            </a:lvl1pPr>
            <a:lvl2pPr marL="540000" indent="-180000">
              <a:defRPr/>
            </a:lvl2pPr>
            <a:lvl3pPr marL="720000">
              <a:defRPr/>
            </a:lvl3pPr>
            <a:lvl4pPr marL="900000">
              <a:defRPr/>
            </a:lvl4pPr>
            <a:lvl5pPr marL="1080000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7E35EB-7FE7-4A31-A5B4-BE908D7CF8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9927E7A-1E08-422E-B884-3C02C1C443A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94295710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-Platzhalter">
            <a:extLst>
              <a:ext uri="{FF2B5EF4-FFF2-40B4-BE49-F238E27FC236}">
                <a16:creationId xmlns:a16="http://schemas.microsoft.com/office/drawing/2014/main" id="{D05E7145-BFCF-4136-BBC3-7E147AFBBCF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32174" y="0"/>
            <a:ext cx="8280000" cy="685800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accent6"/>
                </a:solidFill>
              </a:defRPr>
            </a:lvl1pPr>
          </a:lstStyle>
          <a:p>
            <a:r>
              <a:rPr lang="de-DE" dirty="0"/>
              <a:t>Bild durch Klicken auf Symbol einfügen</a:t>
            </a:r>
          </a:p>
        </p:txBody>
      </p:sp>
      <p:sp>
        <p:nvSpPr>
          <p:cNvPr id="13" name="Logo-Platzhalter">
            <a:extLst>
              <a:ext uri="{FF2B5EF4-FFF2-40B4-BE49-F238E27FC236}">
                <a16:creationId xmlns:a16="http://schemas.microsoft.com/office/drawing/2014/main" id="{E4AE6443-CAB5-4DC0-939F-3A68F7E3433E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9775824" y="5534975"/>
            <a:ext cx="1936800" cy="990000"/>
          </a:xfr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 dirty="0"/>
              <a:t> 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0A79825-4634-45D8-9578-E68C0D9CAE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799" y="432000"/>
            <a:ext cx="11305775" cy="1124792"/>
          </a:xfrm>
        </p:spPr>
        <p:txBody>
          <a:bodyPr anchor="t">
            <a:noAutofit/>
          </a:bodyPr>
          <a:lstStyle>
            <a:lvl1pPr algn="l">
              <a:lnSpc>
                <a:spcPct val="85000"/>
              </a:lnSpc>
              <a:defRPr sz="8000" spc="-150" baseline="0"/>
            </a:lvl1pPr>
          </a:lstStyle>
          <a:p>
            <a:r>
              <a:rPr lang="de-DE" dirty="0"/>
              <a:t>Titel mit Bild.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6EEC88-1342-403F-BC5E-AB05F30081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1556792"/>
            <a:ext cx="11305775" cy="720080"/>
          </a:xfrm>
        </p:spPr>
        <p:txBody>
          <a:bodyPr>
            <a:noAutofit/>
          </a:bodyPr>
          <a:lstStyle>
            <a:lvl1pPr marL="0" indent="0" algn="l">
              <a:buNone/>
              <a:defRPr sz="4400" spc="100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Untertitel.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323F89F-7B42-43B2-97EC-5A999D8B68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2348881"/>
            <a:ext cx="11306175" cy="332704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de-DE" dirty="0"/>
              <a:t>Datum, Ort</a:t>
            </a:r>
          </a:p>
        </p:txBody>
      </p:sp>
    </p:spTree>
    <p:extLst>
      <p:ext uri="{BB962C8B-B14F-4D97-AF65-F5344CB8AC3E}">
        <p14:creationId xmlns:p14="http://schemas.microsoft.com/office/powerpoint/2010/main" val="19978482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W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wir_gruen">
            <a:extLst>
              <a:ext uri="{FF2B5EF4-FFF2-40B4-BE49-F238E27FC236}">
                <a16:creationId xmlns:a16="http://schemas.microsoft.com/office/drawing/2014/main" id="{71ADB3A5-FFBE-4125-B21D-6D4839F94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11" y="1223884"/>
            <a:ext cx="8076522" cy="4644000"/>
          </a:xfrm>
          <a:prstGeom prst="rect">
            <a:avLst/>
          </a:prstGeom>
        </p:spPr>
      </p:pic>
      <p:pic>
        <p:nvPicPr>
          <p:cNvPr id="5" name="PYUR-Logo_Tagline">
            <a:extLst>
              <a:ext uri="{FF2B5EF4-FFF2-40B4-BE49-F238E27FC236}">
                <a16:creationId xmlns:a16="http://schemas.microsoft.com/office/drawing/2014/main" id="{42481BF4-EAF4-4B6D-B52B-C71D057D711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7624" y="5534975"/>
            <a:ext cx="1935000" cy="99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0A79825-4634-45D8-9578-E68C0D9CAE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799" y="432000"/>
            <a:ext cx="11305775" cy="1124792"/>
          </a:xfrm>
        </p:spPr>
        <p:txBody>
          <a:bodyPr anchor="t">
            <a:noAutofit/>
          </a:bodyPr>
          <a:lstStyle>
            <a:lvl1pPr algn="l">
              <a:lnSpc>
                <a:spcPct val="85000"/>
              </a:lnSpc>
              <a:defRPr sz="8000" spc="-150" baseline="0"/>
            </a:lvl1pPr>
          </a:lstStyle>
          <a:p>
            <a:r>
              <a:rPr lang="de-DE" dirty="0"/>
              <a:t>Titel ohne Bild.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6EEC88-1342-403F-BC5E-AB05F30081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1556792"/>
            <a:ext cx="11305775" cy="720080"/>
          </a:xfrm>
        </p:spPr>
        <p:txBody>
          <a:bodyPr>
            <a:noAutofit/>
          </a:bodyPr>
          <a:lstStyle>
            <a:lvl1pPr marL="0" indent="0" algn="l">
              <a:buNone/>
              <a:defRPr sz="4400" spc="100" baseline="0">
                <a:solidFill>
                  <a:schemeClr val="accent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Untertitel.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323F89F-7B42-43B2-97EC-5A999D8B68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2348881"/>
            <a:ext cx="11306175" cy="332704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de-DE" dirty="0"/>
              <a:t>Datum, Ort</a:t>
            </a:r>
          </a:p>
        </p:txBody>
      </p:sp>
    </p:spTree>
    <p:extLst>
      <p:ext uri="{BB962C8B-B14F-4D97-AF65-F5344CB8AC3E}">
        <p14:creationId xmlns:p14="http://schemas.microsoft.com/office/powerpoint/2010/main" val="18575484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Hal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allo_rot">
            <a:extLst>
              <a:ext uri="{FF2B5EF4-FFF2-40B4-BE49-F238E27FC236}">
                <a16:creationId xmlns:a16="http://schemas.microsoft.com/office/drawing/2014/main" id="{9A0205D9-98B9-4944-9724-5AC737C04B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0571" y="1908000"/>
            <a:ext cx="10001917" cy="4518000"/>
          </a:xfrm>
          <a:prstGeom prst="rect">
            <a:avLst/>
          </a:prstGeom>
        </p:spPr>
      </p:pic>
      <p:pic>
        <p:nvPicPr>
          <p:cNvPr id="5" name="PYUR-Logo_Tagline">
            <a:extLst>
              <a:ext uri="{FF2B5EF4-FFF2-40B4-BE49-F238E27FC236}">
                <a16:creationId xmlns:a16="http://schemas.microsoft.com/office/drawing/2014/main" id="{42481BF4-EAF4-4B6D-B52B-C71D057D711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7624" y="5534975"/>
            <a:ext cx="1935000" cy="99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0A79825-4634-45D8-9578-E68C0D9CAE8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6799" y="432000"/>
            <a:ext cx="11305775" cy="1124792"/>
          </a:xfrm>
        </p:spPr>
        <p:txBody>
          <a:bodyPr anchor="t">
            <a:noAutofit/>
          </a:bodyPr>
          <a:lstStyle>
            <a:lvl1pPr algn="l">
              <a:lnSpc>
                <a:spcPct val="85000"/>
              </a:lnSpc>
              <a:defRPr sz="8000" spc="-150" baseline="0"/>
            </a:lvl1pPr>
          </a:lstStyle>
          <a:p>
            <a:r>
              <a:rPr lang="de-DE" dirty="0"/>
              <a:t>Titel ohne Bild.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06EEC88-1342-403F-BC5E-AB05F30081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6400" y="1556792"/>
            <a:ext cx="11305775" cy="720080"/>
          </a:xfrm>
        </p:spPr>
        <p:txBody>
          <a:bodyPr>
            <a:noAutofit/>
          </a:bodyPr>
          <a:lstStyle>
            <a:lvl1pPr marL="0" indent="0" algn="l">
              <a:buNone/>
              <a:defRPr sz="4400" spc="100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Untertitel.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323F89F-7B42-43B2-97EC-5A999D8B68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6400" y="2348881"/>
            <a:ext cx="11306175" cy="332704"/>
          </a:xfrm>
        </p:spPr>
        <p:txBody>
          <a:bodyPr/>
          <a:lstStyle>
            <a:lvl1pPr marL="0">
              <a:buNone/>
              <a:defRPr/>
            </a:lvl1pPr>
          </a:lstStyle>
          <a:p>
            <a:pPr lvl="0"/>
            <a:r>
              <a:rPr lang="de-DE" dirty="0"/>
              <a:t>Datum, Ort</a:t>
            </a:r>
          </a:p>
        </p:txBody>
      </p:sp>
    </p:spTree>
    <p:extLst>
      <p:ext uri="{BB962C8B-B14F-4D97-AF65-F5344CB8AC3E}">
        <p14:creationId xmlns:p14="http://schemas.microsoft.com/office/powerpoint/2010/main" val="36428227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grün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1_Ziffer_gruen">
            <a:extLst>
              <a:ext uri="{FF2B5EF4-FFF2-40B4-BE49-F238E27FC236}">
                <a16:creationId xmlns:a16="http://schemas.microsoft.com/office/drawing/2014/main" id="{77085715-9EB6-4E92-8115-C84B4F02EB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417" b="10756"/>
          <a:stretch/>
        </p:blipFill>
        <p:spPr>
          <a:xfrm>
            <a:off x="8544439" y="0"/>
            <a:ext cx="3443893" cy="6858000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FCA849F5-A12C-4537-AFA9-7646DCD87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25494"/>
            <a:ext cx="7200181" cy="990000"/>
          </a:xfrm>
        </p:spPr>
        <p:txBody>
          <a:bodyPr/>
          <a:lstStyle>
            <a:lvl1pPr>
              <a:defRPr sz="7500" spc="-150" baseline="0"/>
            </a:lvl1pPr>
          </a:lstStyle>
          <a:p>
            <a:r>
              <a:rPr lang="de-DE" dirty="0"/>
              <a:t>Zwischenfolie.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19998"/>
            <a:ext cx="7201368" cy="72000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4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20002279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grün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2_Ziffer_gruen">
            <a:extLst>
              <a:ext uri="{FF2B5EF4-FFF2-40B4-BE49-F238E27FC236}">
                <a16:creationId xmlns:a16="http://schemas.microsoft.com/office/drawing/2014/main" id="{99E5B2B4-0990-42A5-A0E2-27F1CE132D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73" r="8666" b="6245"/>
          <a:stretch/>
        </p:blipFill>
        <p:spPr>
          <a:xfrm>
            <a:off x="6300976" y="0"/>
            <a:ext cx="5891024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65921143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grün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3_Ziffer_gruen">
            <a:extLst>
              <a:ext uri="{FF2B5EF4-FFF2-40B4-BE49-F238E27FC236}">
                <a16:creationId xmlns:a16="http://schemas.microsoft.com/office/drawing/2014/main" id="{5F1766B2-C440-4892-A930-A2E168CAB5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02" b="11529"/>
          <a:stretch/>
        </p:blipFill>
        <p:spPr>
          <a:xfrm>
            <a:off x="6685927" y="1379912"/>
            <a:ext cx="5506073" cy="547808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69462390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grün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4_Ziffer_gruen">
            <a:extLst>
              <a:ext uri="{FF2B5EF4-FFF2-40B4-BE49-F238E27FC236}">
                <a16:creationId xmlns:a16="http://schemas.microsoft.com/office/drawing/2014/main" id="{6CBC29FC-9259-43E1-9737-BA387812E1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044" r="9469"/>
          <a:stretch/>
        </p:blipFill>
        <p:spPr>
          <a:xfrm>
            <a:off x="6742787" y="0"/>
            <a:ext cx="5449213" cy="631685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25352737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grün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5_Ziffer_gruen">
            <a:extLst>
              <a:ext uri="{FF2B5EF4-FFF2-40B4-BE49-F238E27FC236}">
                <a16:creationId xmlns:a16="http://schemas.microsoft.com/office/drawing/2014/main" id="{DFC4382F-DA3D-41E5-BF81-86A81383D3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349" r="13839"/>
          <a:stretch/>
        </p:blipFill>
        <p:spPr>
          <a:xfrm>
            <a:off x="7499014" y="0"/>
            <a:ext cx="4692986" cy="623728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29745950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grün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6_Ziffer_gruen">
            <a:extLst>
              <a:ext uri="{FF2B5EF4-FFF2-40B4-BE49-F238E27FC236}">
                <a16:creationId xmlns:a16="http://schemas.microsoft.com/office/drawing/2014/main" id="{042C3359-6B68-4B71-ACA8-1C005CA24E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47" r="23116" b="2847"/>
          <a:stretch/>
        </p:blipFill>
        <p:spPr>
          <a:xfrm>
            <a:off x="8668251" y="0"/>
            <a:ext cx="3523749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899996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grün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7_Ziffer_gruen">
            <a:extLst>
              <a:ext uri="{FF2B5EF4-FFF2-40B4-BE49-F238E27FC236}">
                <a16:creationId xmlns:a16="http://schemas.microsoft.com/office/drawing/2014/main" id="{520CF67E-FC33-45D8-BB97-FAFFF562AE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60" r="11368" b="9664"/>
          <a:stretch/>
        </p:blipFill>
        <p:spPr>
          <a:xfrm>
            <a:off x="7851577" y="0"/>
            <a:ext cx="4340423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4977145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grün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8_Ziffer_gruen">
            <a:extLst>
              <a:ext uri="{FF2B5EF4-FFF2-40B4-BE49-F238E27FC236}">
                <a16:creationId xmlns:a16="http://schemas.microsoft.com/office/drawing/2014/main" id="{0B815143-0A26-4B1A-A550-8229D38D4BD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0800" b="10110"/>
          <a:stretch/>
        </p:blipFill>
        <p:spPr>
          <a:xfrm>
            <a:off x="7637280" y="1389090"/>
            <a:ext cx="4554720" cy="546891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40155552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grün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9_Ziffer_gruen">
            <a:extLst>
              <a:ext uri="{FF2B5EF4-FFF2-40B4-BE49-F238E27FC236}">
                <a16:creationId xmlns:a16="http://schemas.microsoft.com/office/drawing/2014/main" id="{57986A34-78B1-45B4-8F32-94EACF64B1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641" r="19507"/>
          <a:stretch/>
        </p:blipFill>
        <p:spPr>
          <a:xfrm>
            <a:off x="9074101" y="0"/>
            <a:ext cx="3117900" cy="638055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193414361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blau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_Ziffer_blau">
            <a:extLst>
              <a:ext uri="{FF2B5EF4-FFF2-40B4-BE49-F238E27FC236}">
                <a16:creationId xmlns:a16="http://schemas.microsoft.com/office/drawing/2014/main" id="{F037D31B-E388-4BFE-8934-93045D245E0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417" b="10756"/>
          <a:stretch/>
        </p:blipFill>
        <p:spPr>
          <a:xfrm>
            <a:off x="8544438" y="0"/>
            <a:ext cx="3443894" cy="6858000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FCA849F5-A12C-4537-AFA9-7646DCD87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25494"/>
            <a:ext cx="7200181" cy="990000"/>
          </a:xfrm>
        </p:spPr>
        <p:txBody>
          <a:bodyPr/>
          <a:lstStyle>
            <a:lvl1pPr>
              <a:defRPr sz="7500" spc="-150" baseline="0"/>
            </a:lvl1pPr>
          </a:lstStyle>
          <a:p>
            <a:r>
              <a:rPr lang="de-DE" dirty="0"/>
              <a:t>Zwischenfolie.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19998"/>
            <a:ext cx="7201368" cy="72000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4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69698864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blau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2_Ziffer_blau">
            <a:extLst>
              <a:ext uri="{FF2B5EF4-FFF2-40B4-BE49-F238E27FC236}">
                <a16:creationId xmlns:a16="http://schemas.microsoft.com/office/drawing/2014/main" id="{4A777F82-C2B7-4FB3-A702-E1D32B3688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73" r="8666" b="6245"/>
          <a:stretch/>
        </p:blipFill>
        <p:spPr>
          <a:xfrm>
            <a:off x="6300976" y="0"/>
            <a:ext cx="5891024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101521555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blau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3_Ziffer_blau">
            <a:extLst>
              <a:ext uri="{FF2B5EF4-FFF2-40B4-BE49-F238E27FC236}">
                <a16:creationId xmlns:a16="http://schemas.microsoft.com/office/drawing/2014/main" id="{F9DF76D6-C254-4ACE-9776-E76EB0ADA2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02" b="11529"/>
          <a:stretch/>
        </p:blipFill>
        <p:spPr>
          <a:xfrm>
            <a:off x="6685927" y="1379912"/>
            <a:ext cx="5506073" cy="547808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325190141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blau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_Ziffer_blau">
            <a:extLst>
              <a:ext uri="{FF2B5EF4-FFF2-40B4-BE49-F238E27FC236}">
                <a16:creationId xmlns:a16="http://schemas.microsoft.com/office/drawing/2014/main" id="{948BAB62-36D5-4960-B880-AFD156F0E3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044" r="9469"/>
          <a:stretch/>
        </p:blipFill>
        <p:spPr>
          <a:xfrm>
            <a:off x="6742787" y="0"/>
            <a:ext cx="5449213" cy="631685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40284688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blau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5_Ziffer_blau">
            <a:extLst>
              <a:ext uri="{FF2B5EF4-FFF2-40B4-BE49-F238E27FC236}">
                <a16:creationId xmlns:a16="http://schemas.microsoft.com/office/drawing/2014/main" id="{DCA56B00-878A-440C-8920-DC279F8A9D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349" r="13839"/>
          <a:stretch/>
        </p:blipFill>
        <p:spPr>
          <a:xfrm>
            <a:off x="7499014" y="0"/>
            <a:ext cx="4692986" cy="623728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231019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blau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6_Ziffer_blau">
            <a:extLst>
              <a:ext uri="{FF2B5EF4-FFF2-40B4-BE49-F238E27FC236}">
                <a16:creationId xmlns:a16="http://schemas.microsoft.com/office/drawing/2014/main" id="{3DED3D07-3660-4CE9-B4B9-7B9328909D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47" r="23116" b="2847"/>
          <a:stretch/>
        </p:blipFill>
        <p:spPr>
          <a:xfrm>
            <a:off x="8668251" y="0"/>
            <a:ext cx="3523749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15535949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blau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7_Ziffer_blau">
            <a:extLst>
              <a:ext uri="{FF2B5EF4-FFF2-40B4-BE49-F238E27FC236}">
                <a16:creationId xmlns:a16="http://schemas.microsoft.com/office/drawing/2014/main" id="{927F7AA9-C7AA-425C-BFAF-D7E2B89145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60" r="11368" b="9664"/>
          <a:stretch/>
        </p:blipFill>
        <p:spPr>
          <a:xfrm>
            <a:off x="7851577" y="0"/>
            <a:ext cx="4340423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13551887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blau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8_Ziffer_blau">
            <a:extLst>
              <a:ext uri="{FF2B5EF4-FFF2-40B4-BE49-F238E27FC236}">
                <a16:creationId xmlns:a16="http://schemas.microsoft.com/office/drawing/2014/main" id="{251C8747-98AD-40AE-A9F8-861443488CB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0800" b="10110"/>
          <a:stretch/>
        </p:blipFill>
        <p:spPr>
          <a:xfrm>
            <a:off x="7637280" y="1389090"/>
            <a:ext cx="4554720" cy="546891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41200059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blau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9_Ziffer_blau">
            <a:extLst>
              <a:ext uri="{FF2B5EF4-FFF2-40B4-BE49-F238E27FC236}">
                <a16:creationId xmlns:a16="http://schemas.microsoft.com/office/drawing/2014/main" id="{195AD832-9082-4D46-AC0F-718CE590BF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641" r="19507"/>
          <a:stretch/>
        </p:blipFill>
        <p:spPr>
          <a:xfrm>
            <a:off x="9074101" y="0"/>
            <a:ext cx="3117900" cy="638055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2702233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ro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1_Ziffer_rot">
            <a:extLst>
              <a:ext uri="{FF2B5EF4-FFF2-40B4-BE49-F238E27FC236}">
                <a16:creationId xmlns:a16="http://schemas.microsoft.com/office/drawing/2014/main" id="{A6045D3C-7E89-42F3-A51A-58390EF632C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417" b="10756"/>
          <a:stretch/>
        </p:blipFill>
        <p:spPr>
          <a:xfrm>
            <a:off x="8544438" y="0"/>
            <a:ext cx="3443894" cy="6858000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FCA849F5-A12C-4537-AFA9-7646DCD87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425494"/>
            <a:ext cx="7200181" cy="990000"/>
          </a:xfrm>
        </p:spPr>
        <p:txBody>
          <a:bodyPr/>
          <a:lstStyle>
            <a:lvl1pPr>
              <a:defRPr sz="7500" spc="-150" baseline="0"/>
            </a:lvl1pPr>
          </a:lstStyle>
          <a:p>
            <a:r>
              <a:rPr lang="de-DE" dirty="0"/>
              <a:t>Zwischenfolie.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19998"/>
            <a:ext cx="7201368" cy="720001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480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24686343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ro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2_Ziffer_rot">
            <a:extLst>
              <a:ext uri="{FF2B5EF4-FFF2-40B4-BE49-F238E27FC236}">
                <a16:creationId xmlns:a16="http://schemas.microsoft.com/office/drawing/2014/main" id="{B660D311-A417-49C3-B892-DD418D9C409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73" r="8666" b="6245"/>
          <a:stretch/>
        </p:blipFill>
        <p:spPr>
          <a:xfrm>
            <a:off x="6300976" y="0"/>
            <a:ext cx="5891024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237954418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ro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3_Ziffer_rot">
            <a:extLst>
              <a:ext uri="{FF2B5EF4-FFF2-40B4-BE49-F238E27FC236}">
                <a16:creationId xmlns:a16="http://schemas.microsoft.com/office/drawing/2014/main" id="{5BBA2444-D231-4570-99AD-4EA7880304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02" b="11529"/>
          <a:stretch/>
        </p:blipFill>
        <p:spPr>
          <a:xfrm>
            <a:off x="6685927" y="1379912"/>
            <a:ext cx="5506073" cy="547808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402552217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ro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_Ziffer_rot">
            <a:extLst>
              <a:ext uri="{FF2B5EF4-FFF2-40B4-BE49-F238E27FC236}">
                <a16:creationId xmlns:a16="http://schemas.microsoft.com/office/drawing/2014/main" id="{417174ED-DA29-42F6-B4CC-867B7425208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044" r="9469"/>
          <a:stretch/>
        </p:blipFill>
        <p:spPr>
          <a:xfrm>
            <a:off x="6742787" y="0"/>
            <a:ext cx="5449213" cy="631685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37312554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rot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5_Ziffer_rot">
            <a:extLst>
              <a:ext uri="{FF2B5EF4-FFF2-40B4-BE49-F238E27FC236}">
                <a16:creationId xmlns:a16="http://schemas.microsoft.com/office/drawing/2014/main" id="{D390A5AF-E9A3-4E29-94A4-83784C263B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349" r="13839"/>
          <a:stretch/>
        </p:blipFill>
        <p:spPr>
          <a:xfrm>
            <a:off x="7499014" y="0"/>
            <a:ext cx="4692986" cy="6237288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21058447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rot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6_Ziffer_rot">
            <a:extLst>
              <a:ext uri="{FF2B5EF4-FFF2-40B4-BE49-F238E27FC236}">
                <a16:creationId xmlns:a16="http://schemas.microsoft.com/office/drawing/2014/main" id="{1960A464-4343-4C70-A92C-932671B1C9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47" r="23116" b="2847"/>
          <a:stretch/>
        </p:blipFill>
        <p:spPr>
          <a:xfrm>
            <a:off x="8668251" y="0"/>
            <a:ext cx="3523749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15664619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rot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7_Ziffer_rot">
            <a:extLst>
              <a:ext uri="{FF2B5EF4-FFF2-40B4-BE49-F238E27FC236}">
                <a16:creationId xmlns:a16="http://schemas.microsoft.com/office/drawing/2014/main" id="{C1859719-0065-410E-AE6F-5A705C367B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60" r="11368" b="9664"/>
          <a:stretch/>
        </p:blipFill>
        <p:spPr>
          <a:xfrm>
            <a:off x="7851577" y="0"/>
            <a:ext cx="4340423" cy="6858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98960759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rot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8_Ziffer_rot">
            <a:extLst>
              <a:ext uri="{FF2B5EF4-FFF2-40B4-BE49-F238E27FC236}">
                <a16:creationId xmlns:a16="http://schemas.microsoft.com/office/drawing/2014/main" id="{036FD8C4-0488-4679-BF92-408D842379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10800" b="10110"/>
          <a:stretch/>
        </p:blipFill>
        <p:spPr>
          <a:xfrm>
            <a:off x="7637280" y="1389090"/>
            <a:ext cx="4554720" cy="546891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25962771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rot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9_Ziffer_rot">
            <a:extLst>
              <a:ext uri="{FF2B5EF4-FFF2-40B4-BE49-F238E27FC236}">
                <a16:creationId xmlns:a16="http://schemas.microsoft.com/office/drawing/2014/main" id="{638C9941-915D-44F7-8CED-D6524E05E7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641" r="19507"/>
          <a:stretch/>
        </p:blipFill>
        <p:spPr>
          <a:xfrm>
            <a:off x="9074101" y="0"/>
            <a:ext cx="3117900" cy="638055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7200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7200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2676749007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blau 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YUR-Logo_Tagline">
            <a:extLst>
              <a:ext uri="{FF2B5EF4-FFF2-40B4-BE49-F238E27FC236}">
                <a16:creationId xmlns:a16="http://schemas.microsoft.com/office/drawing/2014/main" id="{741788AB-F4C2-46CE-A62E-54D2115DA06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24" y="5534975"/>
            <a:ext cx="1935000" cy="99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11376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11376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235156931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grün 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YUR-Logo_Tagline">
            <a:extLst>
              <a:ext uri="{FF2B5EF4-FFF2-40B4-BE49-F238E27FC236}">
                <a16:creationId xmlns:a16="http://schemas.microsoft.com/office/drawing/2014/main" id="{741788AB-F4C2-46CE-A62E-54D2115DA06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24" y="5534975"/>
            <a:ext cx="1935000" cy="99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11376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11376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59685751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rot nu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YUR-Logo_Tagline">
            <a:extLst>
              <a:ext uri="{FF2B5EF4-FFF2-40B4-BE49-F238E27FC236}">
                <a16:creationId xmlns:a16="http://schemas.microsoft.com/office/drawing/2014/main" id="{741788AB-F4C2-46CE-A62E-54D2115DA06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24" y="5534975"/>
            <a:ext cx="1935000" cy="99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11376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11376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385635944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grün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_Pinsel_gruen">
            <a:extLst>
              <a:ext uri="{FF2B5EF4-FFF2-40B4-BE49-F238E27FC236}">
                <a16:creationId xmlns:a16="http://schemas.microsoft.com/office/drawing/2014/main" id="{591A1B93-52CE-4EC8-AAC7-12D7317BFD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059" t="14432" r="3839" b="-233"/>
          <a:stretch/>
        </p:blipFill>
        <p:spPr>
          <a:xfrm>
            <a:off x="-1" y="0"/>
            <a:ext cx="12192001" cy="6857194"/>
          </a:xfrm>
          <a:prstGeom prst="rect">
            <a:avLst/>
          </a:prstGeom>
        </p:spPr>
      </p:pic>
      <p:pic>
        <p:nvPicPr>
          <p:cNvPr id="10" name="PYUR_B2C-Logo">
            <a:extLst>
              <a:ext uri="{FF2B5EF4-FFF2-40B4-BE49-F238E27FC236}">
                <a16:creationId xmlns:a16="http://schemas.microsoft.com/office/drawing/2014/main" id="{B61DEF6B-58B7-4F3E-BAFE-8F86EC9B3F7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6334" y="6197726"/>
            <a:ext cx="846000" cy="32804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11376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11376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73882762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blau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_Pinsel_blau">
            <a:extLst>
              <a:ext uri="{FF2B5EF4-FFF2-40B4-BE49-F238E27FC236}">
                <a16:creationId xmlns:a16="http://schemas.microsoft.com/office/drawing/2014/main" id="{C54E1A97-DE2A-4F1B-8A63-1F6FDB8264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223" t="9773" r="6425"/>
          <a:stretch/>
        </p:blipFill>
        <p:spPr>
          <a:xfrm>
            <a:off x="-1" y="0"/>
            <a:ext cx="12192001" cy="5570929"/>
          </a:xfrm>
          <a:prstGeom prst="rect">
            <a:avLst/>
          </a:prstGeom>
        </p:spPr>
      </p:pic>
      <p:pic>
        <p:nvPicPr>
          <p:cNvPr id="10" name="PYUR_B2C-Logo">
            <a:extLst>
              <a:ext uri="{FF2B5EF4-FFF2-40B4-BE49-F238E27FC236}">
                <a16:creationId xmlns:a16="http://schemas.microsoft.com/office/drawing/2014/main" id="{6D923D87-A767-4CE4-8AFC-36557DBF68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6334" y="6197726"/>
            <a:ext cx="846000" cy="32804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11376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11376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113398833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rot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_Pinsel_rot">
            <a:extLst>
              <a:ext uri="{FF2B5EF4-FFF2-40B4-BE49-F238E27FC236}">
                <a16:creationId xmlns:a16="http://schemas.microsoft.com/office/drawing/2014/main" id="{135D1EC7-F8A9-4EB4-879F-C8B3BDE676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1782" t="10774" r="9973"/>
          <a:stretch/>
        </p:blipFill>
        <p:spPr>
          <a:xfrm>
            <a:off x="0" y="0"/>
            <a:ext cx="12192000" cy="5910348"/>
          </a:xfrm>
          <a:prstGeom prst="rect">
            <a:avLst/>
          </a:prstGeom>
        </p:spPr>
      </p:pic>
      <p:pic>
        <p:nvPicPr>
          <p:cNvPr id="10" name="PYUR_B2C-Logo">
            <a:extLst>
              <a:ext uri="{FF2B5EF4-FFF2-40B4-BE49-F238E27FC236}">
                <a16:creationId xmlns:a16="http://schemas.microsoft.com/office/drawing/2014/main" id="{6D923D87-A767-4CE4-8AFC-36557DBF681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6334" y="6197726"/>
            <a:ext cx="846000" cy="32804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11376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11376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2321458258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Sprechbl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prechblase_dblau">
            <a:extLst>
              <a:ext uri="{FF2B5EF4-FFF2-40B4-BE49-F238E27FC236}">
                <a16:creationId xmlns:a16="http://schemas.microsoft.com/office/drawing/2014/main" id="{F0AD994E-8FA2-45A1-B23F-D7AAC66418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286" t="13913"/>
          <a:stretch/>
        </p:blipFill>
        <p:spPr>
          <a:xfrm>
            <a:off x="0" y="0"/>
            <a:ext cx="11351127" cy="6322218"/>
          </a:xfrm>
          <a:prstGeom prst="rect">
            <a:avLst/>
          </a:prstGeom>
        </p:spPr>
      </p:pic>
      <p:pic>
        <p:nvPicPr>
          <p:cNvPr id="6" name="PYUR_B2C-Logo">
            <a:extLst>
              <a:ext uri="{FF2B5EF4-FFF2-40B4-BE49-F238E27FC236}">
                <a16:creationId xmlns:a16="http://schemas.microsoft.com/office/drawing/2014/main" id="{FA01A922-9020-40A4-A3F5-AABE4A3B12A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6334" y="6197726"/>
            <a:ext cx="846000" cy="32804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11376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11376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</p:spTree>
    <p:extLst>
      <p:ext uri="{BB962C8B-B14F-4D97-AF65-F5344CB8AC3E}">
        <p14:creationId xmlns:p14="http://schemas.microsoft.com/office/powerpoint/2010/main" val="129826212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nitts-Überschrif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YUR_B2C-Logo">
            <a:extLst>
              <a:ext uri="{FF2B5EF4-FFF2-40B4-BE49-F238E27FC236}">
                <a16:creationId xmlns:a16="http://schemas.microsoft.com/office/drawing/2014/main" id="{FA01A922-9020-40A4-A3F5-AABE4A3B12A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6334" y="6197726"/>
            <a:ext cx="846000" cy="328042"/>
          </a:xfrm>
          <a:prstGeom prst="rect">
            <a:avLst/>
          </a:prstGeom>
        </p:spPr>
      </p:pic>
      <p:sp>
        <p:nvSpPr>
          <p:cNvPr id="8" name="Bildplatzhalter 7">
            <a:extLst>
              <a:ext uri="{FF2B5EF4-FFF2-40B4-BE49-F238E27FC236}">
                <a16:creationId xmlns:a16="http://schemas.microsoft.com/office/drawing/2014/main" id="{E68D2654-F42D-4547-BCA9-43754B6887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151784" y="0"/>
            <a:ext cx="7559016" cy="6858000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E5801B2-3FE3-4385-B3AF-67672C6D9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800" y="424800"/>
            <a:ext cx="11376000" cy="990000"/>
          </a:xfrm>
        </p:spPr>
        <p:txBody>
          <a:bodyPr vert="horz" lIns="72000" tIns="36000" rIns="72000" bIns="36000" rtlCol="0" anchor="t" anchorCtr="0">
            <a:noAutofit/>
          </a:bodyPr>
          <a:lstStyle>
            <a:lvl1pPr>
              <a:lnSpc>
                <a:spcPct val="85000"/>
              </a:lnSpc>
              <a:defRPr lang="de-DE" sz="7500" spc="-150" baseline="0" dirty="0"/>
            </a:lvl1pPr>
          </a:lstStyle>
          <a:p>
            <a:pPr lvl="0"/>
            <a:r>
              <a:rPr lang="de-DE" dirty="0"/>
              <a:t>Zwischen-Titel.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D56023A-2DFD-468B-9C25-015495DF011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6800" y="1620000"/>
            <a:ext cx="11376000" cy="720000"/>
          </a:xfrm>
        </p:spPr>
        <p:txBody>
          <a:bodyPr vert="horz" lIns="72000" tIns="36000" rIns="72000" bIns="36000" rtlCol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lang="de-DE" sz="48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>
              <a:lnSpc>
                <a:spcPct val="85000"/>
              </a:lnSpc>
              <a:spcBef>
                <a:spcPts val="0"/>
              </a:spcBef>
              <a:buNone/>
            </a:pPr>
            <a:r>
              <a:rPr lang="de-DE" dirty="0"/>
              <a:t>Untertitel.</a:t>
            </a:r>
          </a:p>
        </p:txBody>
      </p:sp>
      <p:sp>
        <p:nvSpPr>
          <p:cNvPr id="7" name="Logo-Platzhalter">
            <a:extLst>
              <a:ext uri="{FF2B5EF4-FFF2-40B4-BE49-F238E27FC236}">
                <a16:creationId xmlns:a16="http://schemas.microsoft.com/office/drawing/2014/main" id="{F05D57DF-AA4D-4D5E-8153-E20338E790C1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10866334" y="6198168"/>
            <a:ext cx="846000" cy="327600"/>
          </a:xfr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269631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 mit Da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YUR-Logo_Tagline">
            <a:extLst>
              <a:ext uri="{FF2B5EF4-FFF2-40B4-BE49-F238E27FC236}">
                <a16:creationId xmlns:a16="http://schemas.microsoft.com/office/drawing/2014/main" id="{0CA6C7F6-383D-4D96-8CAD-B73D05E7466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24" y="5534975"/>
            <a:ext cx="1935000" cy="990000"/>
          </a:xfrm>
          <a:prstGeom prst="rect">
            <a:avLst/>
          </a:prstGeom>
        </p:spPr>
      </p:pic>
      <p:sp>
        <p:nvSpPr>
          <p:cNvPr id="15" name="Kreis_rot">
            <a:extLst>
              <a:ext uri="{FF2B5EF4-FFF2-40B4-BE49-F238E27FC236}">
                <a16:creationId xmlns:a16="http://schemas.microsoft.com/office/drawing/2014/main" id="{079A0035-CABF-4528-84B6-35100B3AB85F}"/>
              </a:ext>
            </a:extLst>
          </p:cNvPr>
          <p:cNvSpPr>
            <a:spLocks noChangeAspect="1"/>
          </p:cNvSpPr>
          <p:nvPr userDrawn="1"/>
        </p:nvSpPr>
        <p:spPr>
          <a:xfrm>
            <a:off x="3525338" y="-258272"/>
            <a:ext cx="2304000" cy="230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108000" rtlCol="0" anchor="ctr"/>
          <a:lstStyle/>
          <a:p>
            <a:pPr algn="ctr"/>
            <a:r>
              <a:rPr lang="de-DE" sz="2600" dirty="0">
                <a:latin typeface="+mj-lt"/>
              </a:rPr>
              <a:t>pyur.com</a:t>
            </a:r>
          </a:p>
        </p:txBody>
      </p:sp>
      <p:pic>
        <p:nvPicPr>
          <p:cNvPr id="3" name="Danke_gruen">
            <a:extLst>
              <a:ext uri="{FF2B5EF4-FFF2-40B4-BE49-F238E27FC236}">
                <a16:creationId xmlns:a16="http://schemas.microsoft.com/office/drawing/2014/main" id="{19BE163B-42C8-4509-A642-74732D8E0C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020" r="3768"/>
          <a:stretch/>
        </p:blipFill>
        <p:spPr>
          <a:xfrm>
            <a:off x="2855506" y="0"/>
            <a:ext cx="9336494" cy="4713198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EB44051-F73A-4246-942C-4E87A61B1F59}"/>
              </a:ext>
            </a:extLst>
          </p:cNvPr>
          <p:cNvSpPr txBox="1"/>
          <p:nvPr/>
        </p:nvSpPr>
        <p:spPr>
          <a:xfrm>
            <a:off x="4662348" y="6241030"/>
            <a:ext cx="2867305" cy="349702"/>
          </a:xfrm>
          <a:prstGeom prst="rect">
            <a:avLst/>
          </a:prstGeom>
          <a:noFill/>
        </p:spPr>
        <p:txBody>
          <a:bodyPr wrap="none" lIns="72000" tIns="36000" rIns="72000" bIns="36000" rtlCol="0">
            <a:spAutoFit/>
          </a:bodyPr>
          <a:lstStyle/>
          <a:p>
            <a:pPr algn="ctr"/>
            <a:r>
              <a:rPr lang="de-DE" sz="1800" spc="100" dirty="0">
                <a:solidFill>
                  <a:schemeClr val="accent5"/>
                </a:solidFill>
                <a:latin typeface="+mj-lt"/>
              </a:rPr>
              <a:t>Tele Columbus Gruppe</a:t>
            </a:r>
          </a:p>
        </p:txBody>
      </p:sp>
      <p:sp>
        <p:nvSpPr>
          <p:cNvPr id="9" name="Text-Platzhalter Name">
            <a:extLst>
              <a:ext uri="{FF2B5EF4-FFF2-40B4-BE49-F238E27FC236}">
                <a16:creationId xmlns:a16="http://schemas.microsoft.com/office/drawing/2014/main" id="{F80721FC-2983-41CF-A5F5-31740FAD03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4509120"/>
            <a:ext cx="3780000" cy="288000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2"/>
                </a:solidFill>
                <a:latin typeface="Gilroy Medium" panose="00000600000000000000" pitchFamily="50" charset="0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0" name="Text-Platzhalter Telefon">
            <a:extLst>
              <a:ext uri="{FF2B5EF4-FFF2-40B4-BE49-F238E27FC236}">
                <a16:creationId xmlns:a16="http://schemas.microsoft.com/office/drawing/2014/main" id="{20C25759-8A0F-46FE-86D5-A6F3025270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5520018"/>
            <a:ext cx="37800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Telefon</a:t>
            </a:r>
          </a:p>
        </p:txBody>
      </p:sp>
      <p:sp>
        <p:nvSpPr>
          <p:cNvPr id="12" name="Text-Platzhalter Mobil">
            <a:extLst>
              <a:ext uri="{FF2B5EF4-FFF2-40B4-BE49-F238E27FC236}">
                <a16:creationId xmlns:a16="http://schemas.microsoft.com/office/drawing/2014/main" id="{012B793E-8DEA-41BE-ABAB-A392B7C6C1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7" y="5773017"/>
            <a:ext cx="37800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Mobil</a:t>
            </a:r>
          </a:p>
        </p:txBody>
      </p:sp>
      <p:sp>
        <p:nvSpPr>
          <p:cNvPr id="13" name="Text-Platzhalter E-Mail">
            <a:extLst>
              <a:ext uri="{FF2B5EF4-FFF2-40B4-BE49-F238E27FC236}">
                <a16:creationId xmlns:a16="http://schemas.microsoft.com/office/drawing/2014/main" id="{109BA2EB-220A-48CE-8F88-B972260742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7" y="6021320"/>
            <a:ext cx="37800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E-Mail</a:t>
            </a:r>
          </a:p>
        </p:txBody>
      </p:sp>
      <p:sp>
        <p:nvSpPr>
          <p:cNvPr id="24" name="Text-Platzhalter Telefon">
            <a:extLst>
              <a:ext uri="{FF2B5EF4-FFF2-40B4-BE49-F238E27FC236}">
                <a16:creationId xmlns:a16="http://schemas.microsoft.com/office/drawing/2014/main" id="{60FCB8F7-02EF-4423-8F84-FBF7C1BC2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987" y="5085216"/>
            <a:ext cx="37800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Job-Titel</a:t>
            </a:r>
          </a:p>
        </p:txBody>
      </p:sp>
    </p:spTree>
    <p:extLst>
      <p:ext uri="{BB962C8B-B14F-4D97-AF65-F5344CB8AC3E}">
        <p14:creationId xmlns:p14="http://schemas.microsoft.com/office/powerpoint/2010/main" val="16798798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 mit Vielen 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">
            <a:extLst>
              <a:ext uri="{FF2B5EF4-FFF2-40B4-BE49-F238E27FC236}">
                <a16:creationId xmlns:a16="http://schemas.microsoft.com/office/drawing/2014/main" id="{284C0FB6-2760-408F-8783-A599EA1FA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8000"/>
            </a:lvl1pPr>
          </a:lstStyle>
          <a:p>
            <a:r>
              <a:rPr lang="de-DE" dirty="0"/>
              <a:t>Vielen Dank.</a:t>
            </a:r>
          </a:p>
        </p:txBody>
      </p:sp>
      <p:pic>
        <p:nvPicPr>
          <p:cNvPr id="3" name="Pfeil_gruen">
            <a:extLst>
              <a:ext uri="{FF2B5EF4-FFF2-40B4-BE49-F238E27FC236}">
                <a16:creationId xmlns:a16="http://schemas.microsoft.com/office/drawing/2014/main" id="{56435FDD-4CDF-4CFD-89A5-CBAA18ACFD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72830" y="1743953"/>
            <a:ext cx="11847067" cy="3888000"/>
          </a:xfrm>
          <a:prstGeom prst="rect">
            <a:avLst/>
          </a:prstGeom>
        </p:spPr>
      </p:pic>
      <p:sp>
        <p:nvSpPr>
          <p:cNvPr id="4" name="Kreis_rot">
            <a:extLst>
              <a:ext uri="{FF2B5EF4-FFF2-40B4-BE49-F238E27FC236}">
                <a16:creationId xmlns:a16="http://schemas.microsoft.com/office/drawing/2014/main" id="{2CE9C681-13A1-4ACC-9237-CC319AAFE7C3}"/>
              </a:ext>
            </a:extLst>
          </p:cNvPr>
          <p:cNvSpPr>
            <a:spLocks noChangeAspect="1"/>
          </p:cNvSpPr>
          <p:nvPr userDrawn="1"/>
        </p:nvSpPr>
        <p:spPr>
          <a:xfrm>
            <a:off x="6110989" y="1454320"/>
            <a:ext cx="2304000" cy="230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108000" rtlCol="0" anchor="ctr"/>
          <a:lstStyle/>
          <a:p>
            <a:pPr algn="ctr"/>
            <a:r>
              <a:rPr lang="de-DE" sz="2600" dirty="0">
                <a:latin typeface="+mj-lt"/>
              </a:rPr>
              <a:t>pyur.com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EB44051-F73A-4246-942C-4E87A61B1F59}"/>
              </a:ext>
            </a:extLst>
          </p:cNvPr>
          <p:cNvSpPr txBox="1"/>
          <p:nvPr/>
        </p:nvSpPr>
        <p:spPr>
          <a:xfrm>
            <a:off x="4662348" y="6241030"/>
            <a:ext cx="2867305" cy="349702"/>
          </a:xfrm>
          <a:prstGeom prst="rect">
            <a:avLst/>
          </a:prstGeom>
          <a:noFill/>
        </p:spPr>
        <p:txBody>
          <a:bodyPr wrap="none" lIns="72000" tIns="36000" rIns="72000" bIns="36000" rtlCol="0">
            <a:spAutoFit/>
          </a:bodyPr>
          <a:lstStyle/>
          <a:p>
            <a:pPr algn="ctr"/>
            <a:r>
              <a:rPr lang="de-DE" sz="1800" spc="100" dirty="0">
                <a:solidFill>
                  <a:schemeClr val="accent5"/>
                </a:solidFill>
                <a:latin typeface="+mj-lt"/>
              </a:rPr>
              <a:t>Tele Columbus Gruppe</a:t>
            </a:r>
          </a:p>
        </p:txBody>
      </p:sp>
      <p:sp>
        <p:nvSpPr>
          <p:cNvPr id="9" name="Text-Platzhalter Name">
            <a:extLst>
              <a:ext uri="{FF2B5EF4-FFF2-40B4-BE49-F238E27FC236}">
                <a16:creationId xmlns:a16="http://schemas.microsoft.com/office/drawing/2014/main" id="{F80721FC-2983-41CF-A5F5-31740FAD03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4509120"/>
            <a:ext cx="3780000" cy="288000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2"/>
                </a:solidFill>
                <a:latin typeface="Gilroy Medium" panose="00000600000000000000" pitchFamily="50" charset="0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0" name="Text-Platzhalter Telefon">
            <a:extLst>
              <a:ext uri="{FF2B5EF4-FFF2-40B4-BE49-F238E27FC236}">
                <a16:creationId xmlns:a16="http://schemas.microsoft.com/office/drawing/2014/main" id="{20C25759-8A0F-46FE-86D5-A6F3025270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07987" y="5520018"/>
            <a:ext cx="37800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Telefon</a:t>
            </a:r>
          </a:p>
        </p:txBody>
      </p:sp>
      <p:sp>
        <p:nvSpPr>
          <p:cNvPr id="12" name="Text-Platzhalter Mobil">
            <a:extLst>
              <a:ext uri="{FF2B5EF4-FFF2-40B4-BE49-F238E27FC236}">
                <a16:creationId xmlns:a16="http://schemas.microsoft.com/office/drawing/2014/main" id="{012B793E-8DEA-41BE-ABAB-A392B7C6C1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7987" y="5773017"/>
            <a:ext cx="37800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Mobil</a:t>
            </a:r>
          </a:p>
        </p:txBody>
      </p:sp>
      <p:sp>
        <p:nvSpPr>
          <p:cNvPr id="13" name="Text-Platzhalter E-Mail">
            <a:extLst>
              <a:ext uri="{FF2B5EF4-FFF2-40B4-BE49-F238E27FC236}">
                <a16:creationId xmlns:a16="http://schemas.microsoft.com/office/drawing/2014/main" id="{109BA2EB-220A-48CE-8F88-B9722607429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07987" y="6021320"/>
            <a:ext cx="37800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E-Mail</a:t>
            </a:r>
          </a:p>
        </p:txBody>
      </p:sp>
      <p:sp>
        <p:nvSpPr>
          <p:cNvPr id="24" name="Text-Platzhalter Telefon">
            <a:extLst>
              <a:ext uri="{FF2B5EF4-FFF2-40B4-BE49-F238E27FC236}">
                <a16:creationId xmlns:a16="http://schemas.microsoft.com/office/drawing/2014/main" id="{60FCB8F7-02EF-4423-8F84-FBF7C1BC2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987" y="5085216"/>
            <a:ext cx="37800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Job-Titel</a:t>
            </a:r>
          </a:p>
        </p:txBody>
      </p:sp>
      <p:pic>
        <p:nvPicPr>
          <p:cNvPr id="11" name="PYUR-Logo_Tagline">
            <a:extLst>
              <a:ext uri="{FF2B5EF4-FFF2-40B4-BE49-F238E27FC236}">
                <a16:creationId xmlns:a16="http://schemas.microsoft.com/office/drawing/2014/main" id="{703189D8-647F-F344-9562-722C61DEA733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7624" y="5534975"/>
            <a:ext cx="1935000" cy="9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56087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ielen Dank mit 4 Kontak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F75E7B-5873-45E7-A934-5E016EE7FD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987" y="396000"/>
            <a:ext cx="11376025" cy="1368000"/>
          </a:xfrm>
        </p:spPr>
        <p:txBody>
          <a:bodyPr/>
          <a:lstStyle>
            <a:lvl1pPr>
              <a:defRPr sz="8000" spc="-150" baseline="0"/>
            </a:lvl1pPr>
          </a:lstStyle>
          <a:p>
            <a:r>
              <a:rPr lang="de-DE" dirty="0"/>
              <a:t>Folien-Titel.</a:t>
            </a:r>
          </a:p>
        </p:txBody>
      </p:sp>
      <p:sp>
        <p:nvSpPr>
          <p:cNvPr id="14" name="Kreis mit URL">
            <a:hlinkClick r:id="rId2"/>
            <a:extLst>
              <a:ext uri="{FF2B5EF4-FFF2-40B4-BE49-F238E27FC236}">
                <a16:creationId xmlns:a16="http://schemas.microsoft.com/office/drawing/2014/main" id="{32CB7A05-FB11-42CF-B831-DEC00C2FDF7E}"/>
              </a:ext>
            </a:extLst>
          </p:cNvPr>
          <p:cNvSpPr/>
          <p:nvPr/>
        </p:nvSpPr>
        <p:spPr>
          <a:xfrm>
            <a:off x="9611431" y="-387424"/>
            <a:ext cx="2376264" cy="237626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de-DE" sz="2800" b="1" noProof="1">
                <a:latin typeface="+mj-lt"/>
              </a:rPr>
              <a:t>pyur.com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A78B5EC4-4987-45B6-950B-826B244D68CA}"/>
              </a:ext>
            </a:extLst>
          </p:cNvPr>
          <p:cNvCxnSpPr>
            <a:cxnSpLocks/>
          </p:cNvCxnSpPr>
          <p:nvPr/>
        </p:nvCxnSpPr>
        <p:spPr>
          <a:xfrm>
            <a:off x="550863" y="2852935"/>
            <a:ext cx="0" cy="180000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Bildplatzhalter 42">
            <a:extLst>
              <a:ext uri="{FF2B5EF4-FFF2-40B4-BE49-F238E27FC236}">
                <a16:creationId xmlns:a16="http://schemas.microsoft.com/office/drawing/2014/main" id="{7B0FEEE4-043E-4C42-9A6E-8AA68C4FF5D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94800" y="2852935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26" name="Textplatzhalter 24">
            <a:extLst>
              <a:ext uri="{FF2B5EF4-FFF2-40B4-BE49-F238E27FC236}">
                <a16:creationId xmlns:a16="http://schemas.microsoft.com/office/drawing/2014/main" id="{3C626457-7050-4E32-8BC6-C873A162F2B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3392" y="3591048"/>
            <a:ext cx="1980887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7" name="Textplatzhalter 26">
            <a:extLst>
              <a:ext uri="{FF2B5EF4-FFF2-40B4-BE49-F238E27FC236}">
                <a16:creationId xmlns:a16="http://schemas.microsoft.com/office/drawing/2014/main" id="{A9E361E3-A579-4641-AA5F-C6003E418F6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3392" y="3903541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C3678181-CCD9-44E3-B348-96D7BCA22EFC}"/>
              </a:ext>
            </a:extLst>
          </p:cNvPr>
          <p:cNvCxnSpPr>
            <a:cxnSpLocks/>
          </p:cNvCxnSpPr>
          <p:nvPr/>
        </p:nvCxnSpPr>
        <p:spPr>
          <a:xfrm>
            <a:off x="3527367" y="2852935"/>
            <a:ext cx="0" cy="1800000"/>
          </a:xfrm>
          <a:prstGeom prst="line">
            <a:avLst/>
          </a:prstGeom>
          <a:ln w="31750" cap="rnd">
            <a:solidFill>
              <a:schemeClr val="accent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Bildplatzhalter 42">
            <a:extLst>
              <a:ext uri="{FF2B5EF4-FFF2-40B4-BE49-F238E27FC236}">
                <a16:creationId xmlns:a16="http://schemas.microsoft.com/office/drawing/2014/main" id="{EA999D72-3253-422D-B99A-F7C5B86342E5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3672000" y="2852935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30" name="Textplatzhalter 24">
            <a:extLst>
              <a:ext uri="{FF2B5EF4-FFF2-40B4-BE49-F238E27FC236}">
                <a16:creationId xmlns:a16="http://schemas.microsoft.com/office/drawing/2014/main" id="{25BCDB30-6D64-40F0-9499-91192ECF781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0000" y="3659714"/>
            <a:ext cx="1980000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2677023C-7450-4512-B0A6-646B64B5AE77}"/>
              </a:ext>
            </a:extLst>
          </p:cNvPr>
          <p:cNvCxnSpPr>
            <a:cxnSpLocks/>
          </p:cNvCxnSpPr>
          <p:nvPr/>
        </p:nvCxnSpPr>
        <p:spPr>
          <a:xfrm>
            <a:off x="6503871" y="2852935"/>
            <a:ext cx="0" cy="1800000"/>
          </a:xfrm>
          <a:prstGeom prst="line">
            <a:avLst/>
          </a:prstGeom>
          <a:ln w="31750" cap="rnd">
            <a:solidFill>
              <a:schemeClr val="accent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Bildplatzhalter 42">
            <a:extLst>
              <a:ext uri="{FF2B5EF4-FFF2-40B4-BE49-F238E27FC236}">
                <a16:creationId xmlns:a16="http://schemas.microsoft.com/office/drawing/2014/main" id="{0B0FA2AF-7C6C-4E29-876D-6D617AC36A8F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649200" y="2852935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34" name="Textplatzhalter 24">
            <a:extLst>
              <a:ext uri="{FF2B5EF4-FFF2-40B4-BE49-F238E27FC236}">
                <a16:creationId xmlns:a16="http://schemas.microsoft.com/office/drawing/2014/main" id="{DB55310D-ABBA-4240-87E6-B14070A0EA1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577200" y="3659714"/>
            <a:ext cx="1980000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cxnSp>
        <p:nvCxnSpPr>
          <p:cNvPr id="36" name="Gerader Verbinder 35">
            <a:extLst>
              <a:ext uri="{FF2B5EF4-FFF2-40B4-BE49-F238E27FC236}">
                <a16:creationId xmlns:a16="http://schemas.microsoft.com/office/drawing/2014/main" id="{151DA316-C7EB-4E42-A858-9A2FDA8C99FF}"/>
              </a:ext>
            </a:extLst>
          </p:cNvPr>
          <p:cNvCxnSpPr>
            <a:cxnSpLocks/>
          </p:cNvCxnSpPr>
          <p:nvPr/>
        </p:nvCxnSpPr>
        <p:spPr>
          <a:xfrm>
            <a:off x="9480376" y="2852935"/>
            <a:ext cx="0" cy="1800000"/>
          </a:xfrm>
          <a:prstGeom prst="line">
            <a:avLst/>
          </a:prstGeom>
          <a:ln w="31750" cap="rnd">
            <a:solidFill>
              <a:schemeClr val="accent5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Bildplatzhalter 42">
            <a:extLst>
              <a:ext uri="{FF2B5EF4-FFF2-40B4-BE49-F238E27FC236}">
                <a16:creationId xmlns:a16="http://schemas.microsoft.com/office/drawing/2014/main" id="{3061F259-4FDD-4A9E-865A-6E718DE52636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9622800" y="2852935"/>
            <a:ext cx="720000" cy="720333"/>
          </a:xfr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 lang="de-DE"/>
            </a:lvl1pPr>
          </a:lstStyle>
          <a:p>
            <a:r>
              <a:rPr lang="de-DE" dirty="0"/>
              <a:t> </a:t>
            </a:r>
          </a:p>
        </p:txBody>
      </p:sp>
      <p:sp>
        <p:nvSpPr>
          <p:cNvPr id="38" name="Textplatzhalter 24">
            <a:extLst>
              <a:ext uri="{FF2B5EF4-FFF2-40B4-BE49-F238E27FC236}">
                <a16:creationId xmlns:a16="http://schemas.microsoft.com/office/drawing/2014/main" id="{3A86AC40-119B-4717-9A04-C471FB18D9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50800" y="3659714"/>
            <a:ext cx="1980000" cy="270000"/>
          </a:xfrm>
        </p:spPr>
        <p:txBody>
          <a:bodyPr/>
          <a:lstStyle>
            <a:lvl1pPr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43" name="Textplatzhalter 26">
            <a:extLst>
              <a:ext uri="{FF2B5EF4-FFF2-40B4-BE49-F238E27FC236}">
                <a16:creationId xmlns:a16="http://schemas.microsoft.com/office/drawing/2014/main" id="{0AF23A0C-59A5-49E1-AAB1-3ECAB5D3138F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3392" y="4088407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Telefon</a:t>
            </a:r>
          </a:p>
        </p:txBody>
      </p:sp>
      <p:sp>
        <p:nvSpPr>
          <p:cNvPr id="44" name="Textplatzhalter 26">
            <a:extLst>
              <a:ext uri="{FF2B5EF4-FFF2-40B4-BE49-F238E27FC236}">
                <a16:creationId xmlns:a16="http://schemas.microsoft.com/office/drawing/2014/main" id="{048B3F54-5B61-480A-966D-617230690DEC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23392" y="4273273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Mobil</a:t>
            </a:r>
          </a:p>
        </p:txBody>
      </p:sp>
      <p:sp>
        <p:nvSpPr>
          <p:cNvPr id="45" name="Textplatzhalter 26">
            <a:extLst>
              <a:ext uri="{FF2B5EF4-FFF2-40B4-BE49-F238E27FC236}">
                <a16:creationId xmlns:a16="http://schemas.microsoft.com/office/drawing/2014/main" id="{B7DC8754-AA4E-458F-96FF-7F2A772E8BD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23392" y="4458140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E-Mail</a:t>
            </a:r>
          </a:p>
        </p:txBody>
      </p:sp>
      <p:sp>
        <p:nvSpPr>
          <p:cNvPr id="46" name="Textplatzhalter 26">
            <a:extLst>
              <a:ext uri="{FF2B5EF4-FFF2-40B4-BE49-F238E27FC236}">
                <a16:creationId xmlns:a16="http://schemas.microsoft.com/office/drawing/2014/main" id="{E5823A92-8141-485A-A4BE-25508E16F584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600000" y="3903541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sp>
        <p:nvSpPr>
          <p:cNvPr id="47" name="Textplatzhalter 26">
            <a:extLst>
              <a:ext uri="{FF2B5EF4-FFF2-40B4-BE49-F238E27FC236}">
                <a16:creationId xmlns:a16="http://schemas.microsoft.com/office/drawing/2014/main" id="{71F0CB4F-C545-4C84-8EB5-E1FF288E7AA7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00000" y="4088407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Telefon</a:t>
            </a:r>
          </a:p>
        </p:txBody>
      </p:sp>
      <p:sp>
        <p:nvSpPr>
          <p:cNvPr id="48" name="Textplatzhalter 26">
            <a:extLst>
              <a:ext uri="{FF2B5EF4-FFF2-40B4-BE49-F238E27FC236}">
                <a16:creationId xmlns:a16="http://schemas.microsoft.com/office/drawing/2014/main" id="{A65E7EB8-6A27-4492-9508-5041096FB29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3600000" y="4273273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Mobil</a:t>
            </a:r>
          </a:p>
        </p:txBody>
      </p:sp>
      <p:sp>
        <p:nvSpPr>
          <p:cNvPr id="49" name="Textplatzhalter 26">
            <a:extLst>
              <a:ext uri="{FF2B5EF4-FFF2-40B4-BE49-F238E27FC236}">
                <a16:creationId xmlns:a16="http://schemas.microsoft.com/office/drawing/2014/main" id="{0E37D8E9-E4ED-4805-AE0B-5017EEB68A5A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600000" y="4458140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E-Mail</a:t>
            </a:r>
          </a:p>
        </p:txBody>
      </p:sp>
      <p:sp>
        <p:nvSpPr>
          <p:cNvPr id="50" name="Textplatzhalter 26">
            <a:extLst>
              <a:ext uri="{FF2B5EF4-FFF2-40B4-BE49-F238E27FC236}">
                <a16:creationId xmlns:a16="http://schemas.microsoft.com/office/drawing/2014/main" id="{44827102-EE66-4AC7-8576-E3A16F18A53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6577200" y="3903541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sp>
        <p:nvSpPr>
          <p:cNvPr id="51" name="Textplatzhalter 26">
            <a:extLst>
              <a:ext uri="{FF2B5EF4-FFF2-40B4-BE49-F238E27FC236}">
                <a16:creationId xmlns:a16="http://schemas.microsoft.com/office/drawing/2014/main" id="{08528289-0670-44AC-8865-06AFD321A24D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577200" y="4088407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Telefon</a:t>
            </a:r>
          </a:p>
        </p:txBody>
      </p:sp>
      <p:sp>
        <p:nvSpPr>
          <p:cNvPr id="52" name="Textplatzhalter 26">
            <a:extLst>
              <a:ext uri="{FF2B5EF4-FFF2-40B4-BE49-F238E27FC236}">
                <a16:creationId xmlns:a16="http://schemas.microsoft.com/office/drawing/2014/main" id="{36DEA9F2-3036-4815-96F4-83DB8B0C06D3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577200" y="4273273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Mobil</a:t>
            </a:r>
          </a:p>
        </p:txBody>
      </p:sp>
      <p:sp>
        <p:nvSpPr>
          <p:cNvPr id="53" name="Textplatzhalter 26">
            <a:extLst>
              <a:ext uri="{FF2B5EF4-FFF2-40B4-BE49-F238E27FC236}">
                <a16:creationId xmlns:a16="http://schemas.microsoft.com/office/drawing/2014/main" id="{8E5002F1-5356-4534-BC28-C14DCE71C39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6577200" y="4458140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E-Mail</a:t>
            </a:r>
          </a:p>
        </p:txBody>
      </p:sp>
      <p:sp>
        <p:nvSpPr>
          <p:cNvPr id="54" name="Textplatzhalter 26">
            <a:extLst>
              <a:ext uri="{FF2B5EF4-FFF2-40B4-BE49-F238E27FC236}">
                <a16:creationId xmlns:a16="http://schemas.microsoft.com/office/drawing/2014/main" id="{3FA2EC25-063E-4BA3-B154-95F37EB5906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9550800" y="3903541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Job Title</a:t>
            </a:r>
          </a:p>
        </p:txBody>
      </p:sp>
      <p:sp>
        <p:nvSpPr>
          <p:cNvPr id="55" name="Textplatzhalter 26">
            <a:extLst>
              <a:ext uri="{FF2B5EF4-FFF2-40B4-BE49-F238E27FC236}">
                <a16:creationId xmlns:a16="http://schemas.microsoft.com/office/drawing/2014/main" id="{F7AEA84B-219D-4BD1-A8E8-60ACF03A498B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9550800" y="4088407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Telefon</a:t>
            </a:r>
          </a:p>
        </p:txBody>
      </p:sp>
      <p:sp>
        <p:nvSpPr>
          <p:cNvPr id="56" name="Textplatzhalter 26">
            <a:extLst>
              <a:ext uri="{FF2B5EF4-FFF2-40B4-BE49-F238E27FC236}">
                <a16:creationId xmlns:a16="http://schemas.microsoft.com/office/drawing/2014/main" id="{AD9D4CF4-AB39-48FD-873E-6B0054675A25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550800" y="4273273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Mobil</a:t>
            </a:r>
          </a:p>
        </p:txBody>
      </p:sp>
      <p:sp>
        <p:nvSpPr>
          <p:cNvPr id="57" name="Textplatzhalter 26">
            <a:extLst>
              <a:ext uri="{FF2B5EF4-FFF2-40B4-BE49-F238E27FC236}">
                <a16:creationId xmlns:a16="http://schemas.microsoft.com/office/drawing/2014/main" id="{4611FB98-8215-416D-A971-64BD80950861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550800" y="4458140"/>
            <a:ext cx="1980887" cy="194795"/>
          </a:xfrm>
        </p:spPr>
        <p:txBody>
          <a:bodyPr/>
          <a:lstStyle>
            <a:lvl1pPr>
              <a:buNone/>
              <a:defRPr sz="1100"/>
            </a:lvl1pPr>
          </a:lstStyle>
          <a:p>
            <a:pPr lvl="0"/>
            <a:r>
              <a:rPr lang="de-DE" dirty="0"/>
              <a:t>E-Mail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25D30366-55C3-4E78-9827-2418723BDB1D}"/>
              </a:ext>
            </a:extLst>
          </p:cNvPr>
          <p:cNvSpPr txBox="1"/>
          <p:nvPr/>
        </p:nvSpPr>
        <p:spPr>
          <a:xfrm>
            <a:off x="407987" y="6241030"/>
            <a:ext cx="2867305" cy="349702"/>
          </a:xfrm>
          <a:prstGeom prst="rect">
            <a:avLst/>
          </a:prstGeom>
          <a:noFill/>
        </p:spPr>
        <p:txBody>
          <a:bodyPr wrap="none" lIns="72000" tIns="36000" rIns="72000" bIns="36000" rtlCol="0">
            <a:spAutoFit/>
          </a:bodyPr>
          <a:lstStyle/>
          <a:p>
            <a:pPr algn="ctr"/>
            <a:r>
              <a:rPr lang="de-DE" sz="1800" spc="100" dirty="0">
                <a:solidFill>
                  <a:schemeClr val="accent5"/>
                </a:solidFill>
                <a:latin typeface="+mj-lt"/>
              </a:rPr>
              <a:t>Tele Columbus Gruppe</a:t>
            </a:r>
          </a:p>
        </p:txBody>
      </p:sp>
      <p:pic>
        <p:nvPicPr>
          <p:cNvPr id="8" name="PYUR-Logo_Tagline">
            <a:extLst>
              <a:ext uri="{FF2B5EF4-FFF2-40B4-BE49-F238E27FC236}">
                <a16:creationId xmlns:a16="http://schemas.microsoft.com/office/drawing/2014/main" id="{2E781691-83CE-4F65-8E8A-4A13E0600A9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77624" y="5534975"/>
            <a:ext cx="1935000" cy="99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362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Kontakt mit Danke ohne U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YUR-Logo_Tagline">
            <a:extLst>
              <a:ext uri="{FF2B5EF4-FFF2-40B4-BE49-F238E27FC236}">
                <a16:creationId xmlns:a16="http://schemas.microsoft.com/office/drawing/2014/main" id="{0CA6C7F6-383D-4D96-8CAD-B73D05E7466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24" y="5534975"/>
            <a:ext cx="1935000" cy="990000"/>
          </a:xfrm>
          <a:prstGeom prst="rect">
            <a:avLst/>
          </a:prstGeom>
        </p:spPr>
      </p:pic>
      <p:pic>
        <p:nvPicPr>
          <p:cNvPr id="19" name="Danke">
            <a:extLst>
              <a:ext uri="{FF2B5EF4-FFF2-40B4-BE49-F238E27FC236}">
                <a16:creationId xmlns:a16="http://schemas.microsoft.com/office/drawing/2014/main" id="{9428C2C9-8744-4577-A108-1D9AD9F84B6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855507" y="0"/>
            <a:ext cx="9336493" cy="4673601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EB44051-F73A-4246-942C-4E87A61B1F59}"/>
              </a:ext>
            </a:extLst>
          </p:cNvPr>
          <p:cNvSpPr txBox="1"/>
          <p:nvPr/>
        </p:nvSpPr>
        <p:spPr>
          <a:xfrm>
            <a:off x="4662348" y="6241030"/>
            <a:ext cx="2867305" cy="349702"/>
          </a:xfrm>
          <a:prstGeom prst="rect">
            <a:avLst/>
          </a:prstGeom>
          <a:noFill/>
        </p:spPr>
        <p:txBody>
          <a:bodyPr wrap="none" lIns="72000" tIns="36000" rIns="72000" bIns="36000" rtlCol="0">
            <a:spAutoFit/>
          </a:bodyPr>
          <a:lstStyle/>
          <a:p>
            <a:pPr algn="ctr"/>
            <a:r>
              <a:rPr lang="de-DE" sz="1800" spc="100" dirty="0">
                <a:solidFill>
                  <a:schemeClr val="accent5"/>
                </a:solidFill>
                <a:latin typeface="+mj-lt"/>
              </a:rPr>
              <a:t>Tele Columbus Gruppe</a:t>
            </a:r>
          </a:p>
        </p:txBody>
      </p:sp>
      <p:sp>
        <p:nvSpPr>
          <p:cNvPr id="9" name="Text-Platzhalter Name">
            <a:extLst>
              <a:ext uri="{FF2B5EF4-FFF2-40B4-BE49-F238E27FC236}">
                <a16:creationId xmlns:a16="http://schemas.microsoft.com/office/drawing/2014/main" id="{F80721FC-2983-41CF-A5F5-31740FAD03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5445256"/>
            <a:ext cx="3780000" cy="288000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2"/>
                </a:solidFill>
                <a:latin typeface="Gilroy Medium" panose="00000600000000000000" pitchFamily="50" charset="0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14" name="Text-Platzhalter Abteilung">
            <a:extLst>
              <a:ext uri="{FF2B5EF4-FFF2-40B4-BE49-F238E27FC236}">
                <a16:creationId xmlns:a16="http://schemas.microsoft.com/office/drawing/2014/main" id="{7ECFDC97-0BFF-4C48-A8FE-521BCFADFA5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987" y="5805296"/>
            <a:ext cx="37800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Abteilung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53684157-FEA1-4943-925B-1AC3D7D53143}"/>
              </a:ext>
            </a:extLst>
          </p:cNvPr>
          <p:cNvSpPr txBox="1"/>
          <p:nvPr/>
        </p:nvSpPr>
        <p:spPr>
          <a:xfrm>
            <a:off x="426095" y="6241030"/>
            <a:ext cx="1147284" cy="349702"/>
          </a:xfrm>
          <a:prstGeom prst="rect">
            <a:avLst/>
          </a:prstGeom>
          <a:noFill/>
        </p:spPr>
        <p:txBody>
          <a:bodyPr wrap="none" lIns="72000" tIns="36000" rIns="72000" bIns="36000" rtlCol="0">
            <a:spAutoFit/>
          </a:bodyPr>
          <a:lstStyle/>
          <a:p>
            <a:pPr algn="l"/>
            <a:r>
              <a:rPr lang="de-DE" sz="1800" dirty="0">
                <a:solidFill>
                  <a:schemeClr val="accent5"/>
                </a:solidFill>
                <a:latin typeface="+mj-lt"/>
              </a:rPr>
              <a:t>pyur.com</a:t>
            </a:r>
          </a:p>
        </p:txBody>
      </p:sp>
    </p:spTree>
    <p:extLst>
      <p:ext uri="{BB962C8B-B14F-4D97-AF65-F5344CB8AC3E}">
        <p14:creationId xmlns:p14="http://schemas.microsoft.com/office/powerpoint/2010/main" val="344809557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Kontakt mit Vielen Dank ohne UR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YUR-Logo_Tagline">
            <a:extLst>
              <a:ext uri="{FF2B5EF4-FFF2-40B4-BE49-F238E27FC236}">
                <a16:creationId xmlns:a16="http://schemas.microsoft.com/office/drawing/2014/main" id="{703189D8-647F-F344-9562-722C61DEA73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24" y="5534975"/>
            <a:ext cx="1935000" cy="990000"/>
          </a:xfrm>
          <a:prstGeom prst="rect">
            <a:avLst/>
          </a:prstGeom>
        </p:spPr>
      </p:pic>
      <p:sp>
        <p:nvSpPr>
          <p:cNvPr id="7" name="Titel">
            <a:extLst>
              <a:ext uri="{FF2B5EF4-FFF2-40B4-BE49-F238E27FC236}">
                <a16:creationId xmlns:a16="http://schemas.microsoft.com/office/drawing/2014/main" id="{284C0FB6-2760-408F-8783-A599EA1FA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8000"/>
            </a:lvl1pPr>
          </a:lstStyle>
          <a:p>
            <a:r>
              <a:rPr lang="de-DE" dirty="0"/>
              <a:t>Vielen Dank.</a:t>
            </a:r>
          </a:p>
        </p:txBody>
      </p:sp>
      <p:pic>
        <p:nvPicPr>
          <p:cNvPr id="3" name="Pfeil">
            <a:extLst>
              <a:ext uri="{FF2B5EF4-FFF2-40B4-BE49-F238E27FC236}">
                <a16:creationId xmlns:a16="http://schemas.microsoft.com/office/drawing/2014/main" id="{DAD51BC1-8BD8-45C1-931F-A9FB0A83ADB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746282"/>
            <a:ext cx="10848528" cy="3927934"/>
          </a:xfrm>
          <a:prstGeom prst="rect">
            <a:avLst/>
          </a:prstGeom>
        </p:spPr>
      </p:pic>
      <p:sp>
        <p:nvSpPr>
          <p:cNvPr id="2" name="Text URL">
            <a:extLst>
              <a:ext uri="{FF2B5EF4-FFF2-40B4-BE49-F238E27FC236}">
                <a16:creationId xmlns:a16="http://schemas.microsoft.com/office/drawing/2014/main" id="{CED436F3-521D-4AD3-A527-2E852FDDE736}"/>
              </a:ext>
            </a:extLst>
          </p:cNvPr>
          <p:cNvSpPr txBox="1"/>
          <p:nvPr/>
        </p:nvSpPr>
        <p:spPr>
          <a:xfrm>
            <a:off x="426095" y="6241030"/>
            <a:ext cx="1147284" cy="349702"/>
          </a:xfrm>
          <a:prstGeom prst="rect">
            <a:avLst/>
          </a:prstGeom>
          <a:noFill/>
        </p:spPr>
        <p:txBody>
          <a:bodyPr wrap="none" lIns="72000" tIns="36000" rIns="72000" bIns="36000" rtlCol="0">
            <a:spAutoFit/>
          </a:bodyPr>
          <a:lstStyle/>
          <a:p>
            <a:pPr algn="l"/>
            <a:r>
              <a:rPr lang="de-DE" sz="1800" dirty="0">
                <a:solidFill>
                  <a:schemeClr val="accent5"/>
                </a:solidFill>
                <a:latin typeface="+mj-lt"/>
              </a:rPr>
              <a:t>pyur.com</a:t>
            </a:r>
          </a:p>
        </p:txBody>
      </p:sp>
      <p:sp>
        <p:nvSpPr>
          <p:cNvPr id="8" name="Text Tele Columbus">
            <a:extLst>
              <a:ext uri="{FF2B5EF4-FFF2-40B4-BE49-F238E27FC236}">
                <a16:creationId xmlns:a16="http://schemas.microsoft.com/office/drawing/2014/main" id="{BEB44051-F73A-4246-942C-4E87A61B1F59}"/>
              </a:ext>
            </a:extLst>
          </p:cNvPr>
          <p:cNvSpPr txBox="1"/>
          <p:nvPr/>
        </p:nvSpPr>
        <p:spPr>
          <a:xfrm>
            <a:off x="4662348" y="6241030"/>
            <a:ext cx="2867305" cy="349702"/>
          </a:xfrm>
          <a:prstGeom prst="rect">
            <a:avLst/>
          </a:prstGeom>
          <a:noFill/>
        </p:spPr>
        <p:txBody>
          <a:bodyPr wrap="none" lIns="72000" tIns="36000" rIns="72000" bIns="36000" rtlCol="0">
            <a:spAutoFit/>
          </a:bodyPr>
          <a:lstStyle/>
          <a:p>
            <a:pPr algn="ctr"/>
            <a:r>
              <a:rPr lang="de-DE" sz="1800" spc="100" dirty="0">
                <a:solidFill>
                  <a:schemeClr val="accent5"/>
                </a:solidFill>
                <a:latin typeface="+mj-lt"/>
              </a:rPr>
              <a:t>Tele Columbus Gruppe</a:t>
            </a:r>
          </a:p>
        </p:txBody>
      </p:sp>
      <p:sp>
        <p:nvSpPr>
          <p:cNvPr id="9" name="Text-Platzhalter Name">
            <a:extLst>
              <a:ext uri="{FF2B5EF4-FFF2-40B4-BE49-F238E27FC236}">
                <a16:creationId xmlns:a16="http://schemas.microsoft.com/office/drawing/2014/main" id="{F80721FC-2983-41CF-A5F5-31740FAD03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07987" y="5445256"/>
            <a:ext cx="3780000" cy="288000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2"/>
                </a:solidFill>
                <a:latin typeface="Gilroy Medium" panose="00000600000000000000" pitchFamily="50" charset="0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Vorname Nachname</a:t>
            </a:r>
          </a:p>
        </p:txBody>
      </p:sp>
      <p:sp>
        <p:nvSpPr>
          <p:cNvPr id="24" name="Text-Platzhalter Abteilung">
            <a:extLst>
              <a:ext uri="{FF2B5EF4-FFF2-40B4-BE49-F238E27FC236}">
                <a16:creationId xmlns:a16="http://schemas.microsoft.com/office/drawing/2014/main" id="{60FCB8F7-02EF-4423-8F84-FBF7C1BC23C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07987" y="5805296"/>
            <a:ext cx="37800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18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2pPr>
            <a:lvl3pPr marL="36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3pPr>
            <a:lvl4pPr marL="54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4pPr>
            <a:lvl5pPr marL="720000" indent="0">
              <a:buNone/>
              <a:defRPr>
                <a:solidFill>
                  <a:schemeClr val="accent2"/>
                </a:solidFill>
                <a:latin typeface="Gilroy Medium" panose="00000600000000000000" pitchFamily="50" charset="0"/>
              </a:defRPr>
            </a:lvl5pPr>
          </a:lstStyle>
          <a:p>
            <a:pPr lvl="0"/>
            <a:r>
              <a:rPr lang="de-DE" dirty="0"/>
              <a:t>Abteilung</a:t>
            </a:r>
          </a:p>
        </p:txBody>
      </p:sp>
    </p:spTree>
    <p:extLst>
      <p:ext uri="{BB962C8B-B14F-4D97-AF65-F5344CB8AC3E}">
        <p14:creationId xmlns:p14="http://schemas.microsoft.com/office/powerpoint/2010/main" val="25914978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theme" Target="../theme/theme1.xml"/><Relationship Id="rId7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YUR_B2C-Logo">
            <a:extLst>
              <a:ext uri="{FF2B5EF4-FFF2-40B4-BE49-F238E27FC236}">
                <a16:creationId xmlns:a16="http://schemas.microsoft.com/office/drawing/2014/main" id="{F08F2C8A-FA39-4D13-878D-0C9EAFFCC430}"/>
              </a:ext>
            </a:extLst>
          </p:cNvPr>
          <p:cNvPicPr>
            <a:picLocks noChangeAspect="1"/>
          </p:cNvPicPr>
          <p:nvPr/>
        </p:nvPicPr>
        <p:blipFill>
          <a:blip r:embed="rId7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6334" y="6197726"/>
            <a:ext cx="846000" cy="328042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CEE39A-5EF0-4790-957C-513E7C941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425496"/>
            <a:ext cx="11376025" cy="720000"/>
          </a:xfrm>
          <a:prstGeom prst="rect">
            <a:avLst/>
          </a:prstGeom>
        </p:spPr>
        <p:txBody>
          <a:bodyPr vert="horz" lIns="72000" tIns="36000" rIns="72000" bIns="3600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E838069-963A-4307-B767-B4108F859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2133600"/>
            <a:ext cx="11376025" cy="4112400"/>
          </a:xfrm>
          <a:prstGeom prst="rect">
            <a:avLst/>
          </a:prstGeom>
        </p:spPr>
        <p:txBody>
          <a:bodyPr vert="horz" lIns="72000" tIns="36000" rIns="72000" bIns="3600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333464C-9CD3-4A33-B081-46458E97EE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2415" y="6330586"/>
            <a:ext cx="288031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accent2"/>
                </a:solidFill>
                <a:latin typeface="+mj-lt"/>
              </a:defRPr>
            </a:lvl1pPr>
          </a:lstStyle>
          <a:p>
            <a:fld id="{E6924E2E-5978-4041-83C6-B53773FBD624}" type="slidenum">
              <a:rPr lang="de-DE" smtClean="0"/>
              <a:pPr/>
              <a:t>‹Nr.›</a:t>
            </a:fld>
            <a:endParaRPr lang="de-DE" sz="1000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E19C03-75A8-46C6-BEE3-5B9AC3D54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72000" y="6330586"/>
            <a:ext cx="6048000" cy="288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accent5"/>
                </a:solidFill>
                <a:latin typeface="+mj-lt"/>
              </a:defRPr>
            </a:lvl1pPr>
          </a:lstStyle>
          <a:p>
            <a:pPr algn="ctr"/>
            <a:r>
              <a:rPr lang="de-DE"/>
              <a:t>Entwurf • PŸUR B2C PowerPoint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1292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0" r:id="rId3"/>
    <p:sldLayoutId id="2147483678" r:id="rId4"/>
    <p:sldLayoutId id="2147483710" r:id="rId5"/>
    <p:sldLayoutId id="2147483694" r:id="rId6"/>
    <p:sldLayoutId id="2147483715" r:id="rId7"/>
    <p:sldLayoutId id="2147483748" r:id="rId8"/>
    <p:sldLayoutId id="2147483673" r:id="rId9"/>
    <p:sldLayoutId id="2147483711" r:id="rId10"/>
    <p:sldLayoutId id="2147483712" r:id="rId11"/>
    <p:sldLayoutId id="2147483713" r:id="rId12"/>
    <p:sldLayoutId id="2147483714" r:id="rId13"/>
    <p:sldLayoutId id="2147483672" r:id="rId14"/>
    <p:sldLayoutId id="2147483696" r:id="rId15"/>
    <p:sldLayoutId id="2147483736" r:id="rId16"/>
    <p:sldLayoutId id="2147483684" r:id="rId17"/>
    <p:sldLayoutId id="2147483688" r:id="rId18"/>
    <p:sldLayoutId id="2147483697" r:id="rId19"/>
    <p:sldLayoutId id="2147483729" r:id="rId20"/>
    <p:sldLayoutId id="2147483654" r:id="rId21"/>
    <p:sldLayoutId id="2147483675" r:id="rId22"/>
    <p:sldLayoutId id="2147483655" r:id="rId23"/>
    <p:sldLayoutId id="2147483682" r:id="rId24"/>
    <p:sldLayoutId id="2147483699" r:id="rId25"/>
    <p:sldLayoutId id="2147483681" r:id="rId26"/>
    <p:sldLayoutId id="2147483709" r:id="rId27"/>
    <p:sldLayoutId id="2147483727" r:id="rId28"/>
    <p:sldLayoutId id="2147483726" r:id="rId29"/>
    <p:sldLayoutId id="2147483738" r:id="rId30"/>
    <p:sldLayoutId id="2147483739" r:id="rId31"/>
    <p:sldLayoutId id="2147483740" r:id="rId32"/>
    <p:sldLayoutId id="2147483741" r:id="rId33"/>
    <p:sldLayoutId id="2147483742" r:id="rId34"/>
    <p:sldLayoutId id="2147483743" r:id="rId35"/>
    <p:sldLayoutId id="2147483744" r:id="rId36"/>
    <p:sldLayoutId id="2147483745" r:id="rId37"/>
    <p:sldLayoutId id="2147483746" r:id="rId38"/>
    <p:sldLayoutId id="2147483716" r:id="rId39"/>
    <p:sldLayoutId id="2147483717" r:id="rId40"/>
    <p:sldLayoutId id="2147483718" r:id="rId41"/>
    <p:sldLayoutId id="2147483719" r:id="rId42"/>
    <p:sldLayoutId id="2147483720" r:id="rId43"/>
    <p:sldLayoutId id="2147483721" r:id="rId44"/>
    <p:sldLayoutId id="2147483722" r:id="rId45"/>
    <p:sldLayoutId id="2147483723" r:id="rId46"/>
    <p:sldLayoutId id="2147483724" r:id="rId47"/>
    <p:sldLayoutId id="2147483700" r:id="rId48"/>
    <p:sldLayoutId id="2147483701" r:id="rId49"/>
    <p:sldLayoutId id="2147483702" r:id="rId50"/>
    <p:sldLayoutId id="2147483703" r:id="rId51"/>
    <p:sldLayoutId id="2147483704" r:id="rId52"/>
    <p:sldLayoutId id="2147483705" r:id="rId53"/>
    <p:sldLayoutId id="2147483706" r:id="rId54"/>
    <p:sldLayoutId id="2147483707" r:id="rId55"/>
    <p:sldLayoutId id="2147483708" r:id="rId56"/>
    <p:sldLayoutId id="2147483725" r:id="rId57"/>
    <p:sldLayoutId id="2147483728" r:id="rId58"/>
    <p:sldLayoutId id="2147483683" r:id="rId59"/>
    <p:sldLayoutId id="2147483730" r:id="rId60"/>
    <p:sldLayoutId id="2147483737" r:id="rId61"/>
    <p:sldLayoutId id="2147483731" r:id="rId62"/>
    <p:sldLayoutId id="2147483732" r:id="rId63"/>
    <p:sldLayoutId id="2147483733" r:id="rId64"/>
    <p:sldLayoutId id="2147483677" r:id="rId65"/>
    <p:sldLayoutId id="2147483735" r:id="rId66"/>
    <p:sldLayoutId id="2147483734" r:id="rId67"/>
    <p:sldLayoutId id="2147483749" r:id="rId68"/>
    <p:sldLayoutId id="2147483750" r:id="rId69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b="1" kern="1200" spc="0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Roboto Light" panose="02000000000000000000" pitchFamily="2" charset="0"/>
        <a:buChar char="•"/>
        <a:defRPr sz="1400" kern="1200" spc="60" baseline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600"/>
        </a:spcBef>
        <a:buClrTx/>
        <a:buSzPct val="100000"/>
        <a:buFont typeface="Roboto Light" panose="02000000000000000000" pitchFamily="2" charset="0"/>
        <a:buChar char="•"/>
        <a:defRPr sz="1400" kern="1200" spc="60" baseline="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400"/>
        </a:spcBef>
        <a:buClrTx/>
        <a:buSzPct val="100000"/>
        <a:buFont typeface="Roboto Light" panose="02000000000000000000" pitchFamily="2" charset="0"/>
        <a:buChar char="•"/>
        <a:defRPr sz="1200" kern="1200" spc="60" baseline="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00000"/>
        </a:lnSpc>
        <a:spcBef>
          <a:spcPts val="400"/>
        </a:spcBef>
        <a:buClrTx/>
        <a:buSzPct val="100000"/>
        <a:buFont typeface="Roboto Light" panose="02000000000000000000" pitchFamily="2" charset="0"/>
        <a:buChar char="•"/>
        <a:defRPr sz="1200" kern="1200" spc="60" baseline="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00000"/>
        </a:lnSpc>
        <a:spcBef>
          <a:spcPts val="400"/>
        </a:spcBef>
        <a:buClrTx/>
        <a:buSzPct val="100000"/>
        <a:buFont typeface="Roboto Light" panose="02000000000000000000" pitchFamily="2" charset="0"/>
        <a:buChar char="•"/>
        <a:defRPr sz="1200" kern="1200" spc="6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5">
          <p15:clr>
            <a:srgbClr val="F26B43"/>
          </p15:clr>
        </p15:guide>
        <p15:guide id="3" pos="302">
          <p15:clr>
            <a:srgbClr val="F26B43"/>
          </p15:clr>
        </p15:guide>
        <p15:guide id="4" orient="horz" pos="709">
          <p15:clr>
            <a:srgbClr val="F26B43"/>
          </p15:clr>
        </p15:guide>
        <p15:guide id="6" orient="horz" pos="3929">
          <p15:clr>
            <a:srgbClr val="F26B43"/>
          </p15:clr>
        </p15:guide>
        <p15:guide id="10" pos="7378">
          <p15:clr>
            <a:srgbClr val="F26B43"/>
          </p15:clr>
        </p15:guide>
        <p15:guide id="11" orient="horz" pos="1344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8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ildplatzhalter 10">
            <a:extLst>
              <a:ext uri="{FF2B5EF4-FFF2-40B4-BE49-F238E27FC236}">
                <a16:creationId xmlns:a16="http://schemas.microsoft.com/office/drawing/2014/main" id="{65C0DCC0-183D-46DC-B2BB-2BE8927A6EC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"/>
          <a:stretch/>
        </p:blipFill>
        <p:spPr>
          <a:xfrm>
            <a:off x="3432174" y="0"/>
            <a:ext cx="8280000" cy="6858000"/>
          </a:xfrm>
        </p:spPr>
      </p:pic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11CFD67-AC17-424B-9D18-59BCFB5E46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04B4D77-F6F8-49EB-B02A-7D9A62219D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z="4000"/>
              <a:t>Digitales Berater-Onboarding.</a:t>
            </a:r>
          </a:p>
        </p:txBody>
      </p:sp>
      <p:sp>
        <p:nvSpPr>
          <p:cNvPr id="6" name="Untertitel 5">
            <a:extLst>
              <a:ext uri="{FF2B5EF4-FFF2-40B4-BE49-F238E27FC236}">
                <a16:creationId xmlns:a16="http://schemas.microsoft.com/office/drawing/2014/main" id="{04C312E9-70E1-4719-942F-BD494930F1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z="2000"/>
              <a:t>Konzept für ein Salesforce-Add-on.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D73159A-3FAC-4928-9B04-76DFC05651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de-DE" dirty="0" sz="1400"/>
              <a:t>Vom Vertragsgespräch bis zum Starterpaket · Konzeptentwurf Juli 2026</a:t>
            </a:r>
          </a:p>
        </p:txBody>
      </p:sp>
    </p:spTree>
    <p:extLst>
      <p:ext uri="{BB962C8B-B14F-4D97-AF65-F5344CB8AC3E}">
        <p14:creationId xmlns:p14="http://schemas.microsoft.com/office/powerpoint/2010/main" val="2878845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6E3C971-DE0C-45DF-AEC0-C389C918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396000"/>
            <a:ext cx="11376025" cy="1737600"/>
          </a:xfrm>
        </p:spPr>
        <p:txBody>
          <a:bodyPr/>
          <a:lstStyle/>
          <a:p>
            <a:r>
              <a:rPr lang="de-DE" dirty="0"/>
              <a:t>Agenda.</a:t>
            </a:r>
          </a:p>
        </p:txBody>
      </p:sp>
      <p:graphicFrame>
        <p:nvGraphicFramePr>
          <p:cNvPr id="10" name="Tabelle 10">
            <a:extLst>
              <a:ext uri="{FF2B5EF4-FFF2-40B4-BE49-F238E27FC236}">
                <a16:creationId xmlns:a16="http://schemas.microsoft.com/office/drawing/2014/main" id="{3AFB6BC1-B089-4C01-9F23-7D207072D6E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7988" y="2132856"/>
          <a:ext cx="8712000" cy="3390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137653394"/>
                    </a:ext>
                  </a:extLst>
                </a:gridCol>
                <a:gridCol w="3672000">
                  <a:extLst>
                    <a:ext uri="{9D8B030D-6E8A-4147-A177-3AD203B41FA5}">
                      <a16:colId xmlns:a16="http://schemas.microsoft.com/office/drawing/2014/main" val="21107221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06939103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3059338793"/>
                    </a:ext>
                  </a:extLst>
                </a:gridCol>
              </a:tblGrid>
              <a:tr h="648744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>
                          <a:solidFill>
                            <a:schemeClr val="accent5"/>
                          </a:solidFill>
                          <a:latin typeface="+mj-lt"/>
                        </a:rPr>
                        <a:t>Ausgangslage: So läuft es heute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Phase 2: Prüfung &amp; Vertrag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83417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172071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Das Zielbild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Phase 3: Schulung &amp; Starterpaket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132335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de-DE" sz="80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0265178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Der neue Prozess im Überblick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Rollen, Status &amp; Transparenz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006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de-DE" sz="80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739936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Phase 1: Stammdaten &amp; Unterlagen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Umsetzung, Nutzen &amp; Fahrplan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2533472"/>
                  </a:ext>
                </a:extLst>
              </a:tr>
            </a:tbl>
          </a:graphicData>
        </a:graphic>
      </p:graphicFrame>
      <p:sp>
        <p:nvSpPr>
          <p:cNvPr id="4" name="Ellipse 3">
            <a:extLst>
              <a:ext uri="{FF2B5EF4-FFF2-40B4-BE49-F238E27FC236}">
                <a16:creationId xmlns:a16="http://schemas.microsoft.com/office/drawing/2014/main" id="{1FF054AB-F0C7-4563-BBFF-87CEEA6BF569}"/>
              </a:ext>
            </a:extLst>
          </p:cNvPr>
          <p:cNvSpPr>
            <a:spLocks noChangeAspect="1"/>
          </p:cNvSpPr>
          <p:nvPr/>
        </p:nvSpPr>
        <p:spPr>
          <a:xfrm>
            <a:off x="479425" y="2264099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1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6300BB3-DC52-410A-9784-C96AF477932E}"/>
              </a:ext>
            </a:extLst>
          </p:cNvPr>
          <p:cNvSpPr>
            <a:spLocks noChangeAspect="1"/>
          </p:cNvSpPr>
          <p:nvPr/>
        </p:nvSpPr>
        <p:spPr>
          <a:xfrm>
            <a:off x="479425" y="3177872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3945231-E0CC-48DC-982E-EA33798B68C4}"/>
              </a:ext>
            </a:extLst>
          </p:cNvPr>
          <p:cNvSpPr>
            <a:spLocks noChangeAspect="1"/>
          </p:cNvSpPr>
          <p:nvPr/>
        </p:nvSpPr>
        <p:spPr>
          <a:xfrm>
            <a:off x="479425" y="4091645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3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DE78B09-04FF-414C-8B17-748F21F0927D}"/>
              </a:ext>
            </a:extLst>
          </p:cNvPr>
          <p:cNvSpPr>
            <a:spLocks noChangeAspect="1"/>
          </p:cNvSpPr>
          <p:nvPr/>
        </p:nvSpPr>
        <p:spPr>
          <a:xfrm>
            <a:off x="479425" y="5005419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4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29D26B16-232A-446F-AE03-7C98BB58C3D9}"/>
              </a:ext>
            </a:extLst>
          </p:cNvPr>
          <p:cNvSpPr>
            <a:spLocks noChangeAspect="1"/>
          </p:cNvSpPr>
          <p:nvPr/>
        </p:nvSpPr>
        <p:spPr>
          <a:xfrm>
            <a:off x="4799856" y="2264099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5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7F5A912-9C93-43DD-A588-503A4BCDF0CB}"/>
              </a:ext>
            </a:extLst>
          </p:cNvPr>
          <p:cNvSpPr>
            <a:spLocks noChangeAspect="1"/>
          </p:cNvSpPr>
          <p:nvPr/>
        </p:nvSpPr>
        <p:spPr>
          <a:xfrm>
            <a:off x="4799856" y="3177872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6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59430DD-9173-4BDA-B8B4-6B17BB83580F}"/>
              </a:ext>
            </a:extLst>
          </p:cNvPr>
          <p:cNvSpPr>
            <a:spLocks noChangeAspect="1"/>
          </p:cNvSpPr>
          <p:nvPr/>
        </p:nvSpPr>
        <p:spPr>
          <a:xfrm>
            <a:off x="4799856" y="4091645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7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4F52D02-53E2-4BBD-BB29-D968D08312DC}"/>
              </a:ext>
            </a:extLst>
          </p:cNvPr>
          <p:cNvSpPr>
            <a:spLocks noChangeAspect="1"/>
          </p:cNvSpPr>
          <p:nvPr/>
        </p:nvSpPr>
        <p:spPr>
          <a:xfrm>
            <a:off x="4799856" y="5005419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8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3170A2-E17D-4CFA-BE24-9235CDEEFD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72000" y="6330586"/>
            <a:ext cx="6048000" cy="288000"/>
          </a:xfrm>
        </p:spPr>
        <p:txBody>
          <a:bodyPr/>
          <a:lstStyle/>
          <a:p>
            <a:pPr algn="ctr"/>
            <a:r>
              <a:rPr lang="de-DE" dirty="0"/>
              <a:t>Konzept • Digitales Berater-Onboarding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B322A0-4C74-4F40-9C7A-88ABA756A5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82415" y="6330586"/>
            <a:ext cx="288031" cy="288000"/>
          </a:xfrm>
        </p:spPr>
        <p:txBody>
          <a:bodyPr/>
          <a:lstStyle/>
          <a:p>
            <a:fld id="{E6924E2E-5978-4041-83C6-B53773FBD624}" type="slidenum">
              <a:rPr lang="de-DE" smtClean="0"/>
              <a:pPr/>
              <a:t>44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996030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3F3D3AA4-C49C-4C85-A338-AD19BE90C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Ausgangslage.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52011A76-D561-4C56-80B6-B1015A84CE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b="1"/>
              <a:t>So läuft die Neuanlage heute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C45A01B0-5E8F-46F5-AA5F-3FD3A1448B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sz="1200"/>
              <a:t>Berater:in füllt das Stammdatenblatt als PDF aus und mailt es an den ASM</a:t>
            </a:r>
          </a:p>
          <a:p>
            <a:r>
              <a:rPr lang="de-DE" dirty="0" sz="1200"/>
              <a:t>ASM sammelt Foto, Lebenslauf, Führungszeugnis, Reisegewerbekarte und Gewerbeanmeldung ein</a:t>
            </a:r>
          </a:p>
          <a:p>
            <a:r>
              <a:rPr lang="de-DE" dirty="0" sz="1200"/>
              <a:t>Innendienst erstellt den Vertrag, Versand über DocuSign</a:t>
            </a:r>
          </a:p>
          <a:p>
            <a:r>
              <a:rPr lang="de-DE" dirty="0" sz="1200"/>
              <a:t>Schulungslinks gehen manuell per E-Mail raus</a:t>
            </a:r>
          </a:p>
          <a:p>
            <a:r>
              <a:rPr lang="de-DE" dirty="0" sz="1200"/>
              <a:t>Field Sales Support bestellt das Starterpaket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5B10917-2713-4BCD-82B6-B30DA8C9236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 b="1"/>
              <a:t>Warum das Zeit und Nerven kostet</a:t>
            </a:r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18680168-5858-476A-978B-AC4B26DBF3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sz="1200"/>
              <a:t>Medienbrüche: PDF, E-Mail, Zuruf – nichts ist verknüpft</a:t>
            </a:r>
          </a:p>
          <a:p>
            <a:r>
              <a:rPr lang="de-DE" dirty="0" sz="1200"/>
              <a:t>Unterlagen kommen unvollständig, Rückfragen kosten Tage</a:t>
            </a:r>
          </a:p>
          <a:p>
            <a:r>
              <a:rPr lang="de-DE" dirty="0" sz="1200"/>
              <a:t>Kein gemeinsamer Blick auf den Bearbeitungsstand</a:t>
            </a:r>
          </a:p>
          <a:p>
            <a:r>
              <a:rPr lang="de-DE" dirty="0" sz="1200"/>
              <a:t>Übergaben zwischen den Rollen bleiben liegen</a:t>
            </a:r>
          </a:p>
          <a:p>
            <a:r>
              <a:rPr lang="de-DE" dirty="0" sz="1200"/>
              <a:t>Daten werden am Ende doppelt in Salesforce erfasst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4EA9E3D3-67D1-42B6-B7FA-484385B2DF4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Fünf Stationen, viele Medienbrüche – und niemand sieht den Gesamtstand.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AC7CB00-524B-4121-BE81-DC4D722C43A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ctr"/>
            <a:r>
              <a:rPr lang="de-DE" dirty="0"/>
              <a:t>Konzept • Digitales Berater-Onboarding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4D3C0F8-136C-4FEE-9B17-3A985234BC9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56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731722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B68A7BD7-F74E-4797-983E-6D5E46A37D5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Der ASM startet das Onboarding direkt im Vertragsgespräch – digital statt PDF</a:t>
            </a:r>
          </a:p>
          <a:p>
            <a:r>
              <a:rPr lang="de-DE" dirty="0"/>
              <a:t>Der:die Berater:in vervollständigt Daten und lädt Unterlagen über einen persönlichen Link hoch</a:t>
            </a:r>
          </a:p>
          <a:p>
            <a:r>
              <a:rPr lang="de-DE" dirty="0"/>
              <a:t>Übergaben laufen automatisch: Aufgabe, E-Mail und Statuswechsel statt Zuruf</a:t>
            </a:r>
          </a:p>
          <a:p>
            <a:r>
              <a:rPr lang="de-DE" dirty="0"/>
              <a:t>Vertrag, Schulungen und Starterpaket hängen am selben Vorgang</a:t>
            </a:r>
          </a:p>
          <a:p>
            <a:r>
              <a:rPr lang="de-DE" dirty="0"/>
              <a:t>Alle Beteiligten sehen jederzeit Status und Sendungsnummern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0B004CD7-7193-4FB6-ADE7-0D646A2D0E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de-DE" dirty="0"/>
              <a:t>„Ein Vorgang, ein Status – alle Beteiligten jederzeit im Bild.“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A756E7D-5608-4AA0-93A7-9034777E768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/>
              <a:t>Leitidee des Onboarding-Cockpits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C1148E1-6295-4E3D-908C-69EB24297A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de-DE" dirty="0"/>
              <a:t>Eine Plattform in Salesforce steuert das gesamte Onboarding.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1194A157-001E-446E-AEC0-4100781F6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Zielbild.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897D296-2C27-48C5-89A6-35265512323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3072000" y="6330586"/>
            <a:ext cx="6048000" cy="288000"/>
          </a:xfrm>
        </p:spPr>
        <p:txBody>
          <a:bodyPr/>
          <a:lstStyle/>
          <a:p>
            <a:pPr algn="ctr"/>
            <a:r>
              <a:rPr lang="de-DE" dirty="0"/>
              <a:t>Konzept • Digitales Berater-Onboarding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A2260C5-375B-47D5-B737-7C4B08515E9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482415" y="6330586"/>
            <a:ext cx="288031" cy="288000"/>
          </a:xfrm>
        </p:spPr>
        <p:txBody>
          <a:bodyPr/>
          <a:lstStyle/>
          <a:p>
            <a:fld id="{E6924E2E-5978-4041-83C6-B53773FBD624}" type="slidenum">
              <a:rPr lang="de-DE" smtClean="0"/>
              <a:pPr/>
              <a:t>57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5141025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D940F575-BDD9-424B-B789-E174521F9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 neue Prozess im Überblick.</a:t>
            </a:r>
          </a:p>
        </p:txBody>
      </p:sp>
      <p:sp>
        <p:nvSpPr>
          <p:cNvPr id="27" name="Fußzeilenplatzhalter 26">
            <a:extLst>
              <a:ext uri="{FF2B5EF4-FFF2-40B4-BE49-F238E27FC236}">
                <a16:creationId xmlns:a16="http://schemas.microsoft.com/office/drawing/2014/main" id="{478A045A-3EE1-4152-BCF5-2CEEA63E2C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de-DE" dirty="0"/>
              <a:t>Konzept • Digitales Berater-Onboarding</a:t>
            </a:r>
          </a:p>
        </p:txBody>
      </p:sp>
      <p:sp>
        <p:nvSpPr>
          <p:cNvPr id="28" name="Foliennummernplatzhalter 27">
            <a:extLst>
              <a:ext uri="{FF2B5EF4-FFF2-40B4-BE49-F238E27FC236}">
                <a16:creationId xmlns:a16="http://schemas.microsoft.com/office/drawing/2014/main" id="{4BEA6DC5-F25A-4D1D-8C70-898D4EB809D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67</a:t>
            </a:fld>
            <a:endParaRPr lang="de-DE" sz="1000" dirty="0"/>
          </a:p>
        </p:txBody>
      </p:sp>
      <p:sp>
        <p:nvSpPr>
          <p:cNvPr id="29" name="TextBox 28"/>
          <p:cNvSpPr txBox="1"/>
          <p:nvPr/>
        </p:nvSpPr>
        <p:spPr>
          <a:xfrm>
            <a:off x="411480" y="12344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DE0C47"/>
                </a:solidFill>
              </a:rPr>
              <a:t>Sieben Schritte, klare Verantwortung – jede Übergabe löst das System automatisch aus.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2514600"/>
            <a:ext cx="1481328" cy="1691640"/>
          </a:xfrm>
          <a:prstGeom prst="roundRect">
            <a:avLst>
              <a:gd name="adj" fmla="val 8000"/>
            </a:avLst>
          </a:prstGeom>
          <a:solidFill>
            <a:srgbClr val="0FC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1">
                <a:solidFill>
                  <a:srgbClr val="19337A"/>
                </a:solidFill>
              </a:rPr>
              <a:t>1 · ASM</a:t>
            </a:r>
          </a:p>
          <a:p>
            <a:pPr algn="ctr">
              <a:spcBef>
                <a:spcPts val="500"/>
              </a:spcBef>
            </a:pPr>
            <a:r>
              <a:rPr sz="1150" b="1">
                <a:solidFill>
                  <a:srgbClr val="19337A"/>
                </a:solidFill>
              </a:rPr>
              <a:t>Stammdaten erfassen</a:t>
            </a:r>
          </a:p>
          <a:p>
            <a:pPr algn="ctr">
              <a:spcBef>
                <a:spcPts val="500"/>
              </a:spcBef>
            </a:pPr>
            <a:r>
              <a:rPr sz="900">
                <a:solidFill>
                  <a:srgbClr val="19337A"/>
                </a:solidFill>
              </a:rPr>
              <a:t>digital im Vertragsgespräch</a:t>
            </a:r>
          </a:p>
        </p:txBody>
      </p:sp>
      <p:sp>
        <p:nvSpPr>
          <p:cNvPr id="31" name="Chevron 30"/>
          <p:cNvSpPr/>
          <p:nvPr/>
        </p:nvSpPr>
        <p:spPr>
          <a:xfrm>
            <a:off x="1897380" y="3296412"/>
            <a:ext cx="132588" cy="128016"/>
          </a:xfrm>
          <a:prstGeom prst="chevron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034540" y="2514600"/>
            <a:ext cx="1481328" cy="1691640"/>
          </a:xfrm>
          <a:prstGeom prst="roundRect">
            <a:avLst>
              <a:gd name="adj" fmla="val 8000"/>
            </a:avLst>
          </a:prstGeom>
          <a:solidFill>
            <a:srgbClr val="9AD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1">
                <a:solidFill>
                  <a:srgbClr val="19337A"/>
                </a:solidFill>
              </a:rPr>
              <a:t>2 · BERATER:IN</a:t>
            </a:r>
          </a:p>
          <a:p>
            <a:pPr algn="ctr">
              <a:spcBef>
                <a:spcPts val="500"/>
              </a:spcBef>
            </a:pPr>
            <a:r>
              <a:rPr sz="1150" b="1">
                <a:solidFill>
                  <a:srgbClr val="19337A"/>
                </a:solidFill>
              </a:rPr>
              <a:t>Daten &amp; Unterlagen ergänzen</a:t>
            </a:r>
          </a:p>
          <a:p>
            <a:pPr algn="ctr">
              <a:spcBef>
                <a:spcPts val="500"/>
              </a:spcBef>
            </a:pPr>
            <a:r>
              <a:rPr sz="900">
                <a:solidFill>
                  <a:srgbClr val="19337A"/>
                </a:solidFill>
              </a:rPr>
              <a:t>per persönlichem Link</a:t>
            </a:r>
          </a:p>
        </p:txBody>
      </p:sp>
      <p:sp>
        <p:nvSpPr>
          <p:cNvPr id="33" name="Chevron 32"/>
          <p:cNvSpPr/>
          <p:nvPr/>
        </p:nvSpPr>
        <p:spPr>
          <a:xfrm>
            <a:off x="3520440" y="3296412"/>
            <a:ext cx="132588" cy="128016"/>
          </a:xfrm>
          <a:prstGeom prst="chevron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657600" y="2514600"/>
            <a:ext cx="1481328" cy="1691640"/>
          </a:xfrm>
          <a:prstGeom prst="roundRect">
            <a:avLst>
              <a:gd name="adj" fmla="val 8000"/>
            </a:avLst>
          </a:prstGeom>
          <a:solidFill>
            <a:srgbClr val="193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3 · INNENDIENST</a:t>
            </a:r>
          </a:p>
          <a:p>
            <a:pPr algn="ctr"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</a:rPr>
              <a:t>Prüfen &amp; Vertrag erstellen</a:t>
            </a:r>
          </a:p>
          <a:p>
            <a:pPr algn="ctr">
              <a:spcBef>
                <a:spcPts val="500"/>
              </a:spcBef>
            </a:pPr>
            <a:r>
              <a:rPr sz="900">
                <a:solidFill>
                  <a:srgbClr val="FFFFFF"/>
                </a:solidFill>
              </a:rPr>
              <a:t>Aufgabe kommt automatisch</a:t>
            </a:r>
          </a:p>
        </p:txBody>
      </p:sp>
      <p:sp>
        <p:nvSpPr>
          <p:cNvPr id="35" name="Chevron 34"/>
          <p:cNvSpPr/>
          <p:nvPr/>
        </p:nvSpPr>
        <p:spPr>
          <a:xfrm>
            <a:off x="5143500" y="3296412"/>
            <a:ext cx="132588" cy="128016"/>
          </a:xfrm>
          <a:prstGeom prst="chevron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280660" y="2514600"/>
            <a:ext cx="1481328" cy="1691640"/>
          </a:xfrm>
          <a:prstGeom prst="roundRect">
            <a:avLst>
              <a:gd name="adj" fmla="val 8000"/>
            </a:avLst>
          </a:prstGeom>
          <a:solidFill>
            <a:srgbClr val="9AD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1">
                <a:solidFill>
                  <a:srgbClr val="19337A"/>
                </a:solidFill>
              </a:rPr>
              <a:t>4 · BERATER:IN</a:t>
            </a:r>
          </a:p>
          <a:p>
            <a:pPr algn="ctr">
              <a:spcBef>
                <a:spcPts val="500"/>
              </a:spcBef>
            </a:pPr>
            <a:r>
              <a:rPr sz="1150" b="1">
                <a:solidFill>
                  <a:srgbClr val="19337A"/>
                </a:solidFill>
              </a:rPr>
              <a:t>Vertrag unterschreiben</a:t>
            </a:r>
          </a:p>
          <a:p>
            <a:pPr algn="ctr">
              <a:spcBef>
                <a:spcPts val="500"/>
              </a:spcBef>
            </a:pPr>
            <a:r>
              <a:rPr sz="900">
                <a:solidFill>
                  <a:srgbClr val="19337A"/>
                </a:solidFill>
              </a:rPr>
              <a:t>digital per DocuSign</a:t>
            </a:r>
          </a:p>
        </p:txBody>
      </p:sp>
      <p:sp>
        <p:nvSpPr>
          <p:cNvPr id="37" name="Chevron 36"/>
          <p:cNvSpPr/>
          <p:nvPr/>
        </p:nvSpPr>
        <p:spPr>
          <a:xfrm>
            <a:off x="6766560" y="3296412"/>
            <a:ext cx="132588" cy="128016"/>
          </a:xfrm>
          <a:prstGeom prst="chevron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03720" y="2514600"/>
            <a:ext cx="1481328" cy="1691640"/>
          </a:xfrm>
          <a:prstGeom prst="roundRect">
            <a:avLst>
              <a:gd name="adj" fmla="val 8000"/>
            </a:avLst>
          </a:prstGeom>
          <a:solidFill>
            <a:srgbClr val="9AD2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1">
                <a:solidFill>
                  <a:srgbClr val="19337A"/>
                </a:solidFill>
              </a:rPr>
              <a:t>5 · BERATER:IN</a:t>
            </a:r>
          </a:p>
          <a:p>
            <a:pPr algn="ctr">
              <a:spcBef>
                <a:spcPts val="500"/>
              </a:spcBef>
            </a:pPr>
            <a:r>
              <a:rPr sz="1150" b="1">
                <a:solidFill>
                  <a:srgbClr val="19337A"/>
                </a:solidFill>
              </a:rPr>
              <a:t>Schulungen absolvieren</a:t>
            </a:r>
          </a:p>
          <a:p>
            <a:pPr algn="ctr">
              <a:spcBef>
                <a:spcPts val="500"/>
              </a:spcBef>
            </a:pPr>
            <a:r>
              <a:rPr sz="900">
                <a:solidFill>
                  <a:srgbClr val="19337A"/>
                </a:solidFill>
              </a:rPr>
              <a:t>Links kommen automatisch</a:t>
            </a:r>
          </a:p>
        </p:txBody>
      </p:sp>
      <p:sp>
        <p:nvSpPr>
          <p:cNvPr id="39" name="Chevron 38"/>
          <p:cNvSpPr/>
          <p:nvPr/>
        </p:nvSpPr>
        <p:spPr>
          <a:xfrm>
            <a:off x="8389620" y="3296412"/>
            <a:ext cx="132588" cy="128016"/>
          </a:xfrm>
          <a:prstGeom prst="chevron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526780" y="2514600"/>
            <a:ext cx="1481328" cy="1691640"/>
          </a:xfrm>
          <a:prstGeom prst="roundRect">
            <a:avLst>
              <a:gd name="adj" fmla="val 8000"/>
            </a:avLst>
          </a:prstGeom>
          <a:solidFill>
            <a:srgbClr val="DE0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6 · FS SUPPORT</a:t>
            </a:r>
          </a:p>
          <a:p>
            <a:pPr algn="ctr"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</a:rPr>
              <a:t>Starterpaket bestellen &amp; versenden</a:t>
            </a:r>
          </a:p>
          <a:p>
            <a:pPr algn="ctr">
              <a:spcBef>
                <a:spcPts val="500"/>
              </a:spcBef>
            </a:pPr>
            <a:r>
              <a:rPr sz="900">
                <a:solidFill>
                  <a:srgbClr val="FFFFFF"/>
                </a:solidFill>
              </a:rPr>
              <a:t>inkl. Sendungsnummer</a:t>
            </a:r>
          </a:p>
        </p:txBody>
      </p:sp>
      <p:sp>
        <p:nvSpPr>
          <p:cNvPr id="41" name="Chevron 40"/>
          <p:cNvSpPr/>
          <p:nvPr/>
        </p:nvSpPr>
        <p:spPr>
          <a:xfrm>
            <a:off x="10012680" y="3296412"/>
            <a:ext cx="132588" cy="128016"/>
          </a:xfrm>
          <a:prstGeom prst="chevron">
            <a:avLst/>
          </a:prstGeom>
          <a:solidFill>
            <a:srgbClr val="B0B0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0149840" y="2514600"/>
            <a:ext cx="1481328" cy="1691640"/>
          </a:xfrm>
          <a:prstGeom prst="roundRect">
            <a:avLst>
              <a:gd name="adj" fmla="val 8000"/>
            </a:avLst>
          </a:prstGeom>
          <a:solidFill>
            <a:srgbClr val="501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 bIns="54864"/>
          <a:lstStyle/>
          <a:p>
            <a:pPr algn="ctr"/>
            <a:r>
              <a:rPr sz="900" b="1">
                <a:solidFill>
                  <a:srgbClr val="FFFFFF"/>
                </a:solidFill>
              </a:rPr>
              <a:t>7 · GESCHAFFT</a:t>
            </a:r>
          </a:p>
          <a:p>
            <a:pPr algn="ctr">
              <a:spcBef>
                <a:spcPts val="500"/>
              </a:spcBef>
            </a:pPr>
            <a:r>
              <a:rPr sz="1150" b="1">
                <a:solidFill>
                  <a:srgbClr val="FFFFFF"/>
                </a:solidFill>
              </a:rPr>
              <a:t>Startklar!</a:t>
            </a:r>
          </a:p>
          <a:p>
            <a:pPr algn="ctr">
              <a:spcBef>
                <a:spcPts val="500"/>
              </a:spcBef>
            </a:pPr>
            <a:r>
              <a:rPr sz="900">
                <a:solidFill>
                  <a:srgbClr val="FFFFFF"/>
                </a:solidFill>
              </a:rPr>
              <a:t>Onboarding abgeschlossen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466344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95959"/>
                </a:solidFill>
              </a:rPr>
              <a:t>Farben = Verantwortung:   Hellblau ASM   ·   Grün Berater:in   ·   Dunkelblau Innendienst   ·   Rot Field Sales Support</a:t>
            </a:r>
          </a:p>
        </p:txBody>
      </p:sp>
    </p:spTree>
    <p:extLst>
      <p:ext uri="{BB962C8B-B14F-4D97-AF65-F5344CB8AC3E}">
        <p14:creationId xmlns:p14="http://schemas.microsoft.com/office/powerpoint/2010/main" val="189406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F86B5404-C8A6-46D8-A63A-24A72F9254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Digitales Stammdatenformular ersetzt das PDF – alle Felder des heutigen Stammdatenblatts</a:t>
            </a:r>
          </a:p>
          <a:p>
            <a:r>
              <a:rPr lang="de-DE" dirty="0"/>
              <a:t>Pflichtfelder und Duplikat-Prüfung direkt bei der Eingabe</a:t>
            </a:r>
          </a:p>
          <a:p>
            <a:r>
              <a:rPr lang="de-DE" dirty="0"/>
              <a:t>Der Vorgang entsteht sofort in Salesforce – kein Abtippen mehr</a:t>
            </a:r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73C40592-A56B-46FE-BAE2-1804EDBC7D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Automatische E-Mail mit persönlichem, sicherem Link</a:t>
            </a:r>
          </a:p>
          <a:p>
            <a:r>
              <a:rPr lang="de-DE" dirty="0"/>
              <a:t>Offene Angaben ergänzen, z. B. Bankverbindung und Steuerdaten</a:t>
            </a:r>
          </a:p>
          <a:p>
            <a:r>
              <a:rPr lang="de-DE" dirty="0"/>
              <a:t>Upload aller Anlagen – bequem auch per Smartphone-Foto</a:t>
            </a:r>
          </a:p>
        </p:txBody>
      </p:sp>
      <p:sp>
        <p:nvSpPr>
          <p:cNvPr id="18" name="Inhaltsplatzhalter 17">
            <a:extLst>
              <a:ext uri="{FF2B5EF4-FFF2-40B4-BE49-F238E27FC236}">
                <a16:creationId xmlns:a16="http://schemas.microsoft.com/office/drawing/2014/main" id="{E2F5BDA5-2160-4786-B511-5F43AB3EF30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de-DE" dirty="0"/>
              <a:t>Passfoto, Lebenslauf, Personalausweis, Gewerbeanmeldung</a:t>
            </a:r>
          </a:p>
          <a:p>
            <a:r>
              <a:rPr lang="de-DE" dirty="0"/>
              <a:t>Führungszeugnis und Reisegewerbekarte – oder Nachweis der Beantragung</a:t>
            </a:r>
          </a:p>
          <a:p>
            <a:r>
              <a:rPr lang="de-DE" dirty="0"/>
              <a:t>System prüft Vollständigkeit und erinnert automatisch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3BAFF0C-A559-44F9-BE40-AF35B03042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 b="1"/>
              <a:t>ASM erfasst im Gespräch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8DA7CEBA-5070-42C7-9B52-D800F86F7F3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 err="1" b="1"/>
              <a:t>Berater:in vervollständigt online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0B4E0455-A00A-4493-8C0E-CF8EC6F631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 err="1" b="1"/>
              <a:t>Checkliste der Unterlagen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8E073FF-4F4B-40F5-92DA-1CEA74CB4B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Vom Vertragsgespräch bis zur vollständigen digitalen Akte.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750D0781-F302-41B8-880C-6510D3B29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z="3200"/>
              <a:t>Phase 1: Stammdaten &amp; Unterlagen.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6AA798B-512F-4E79-BB47-B3B98A087F4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3072000" y="6330586"/>
            <a:ext cx="6048000" cy="288000"/>
          </a:xfrm>
        </p:spPr>
        <p:txBody>
          <a:bodyPr/>
          <a:lstStyle/>
          <a:p>
            <a:pPr algn="ctr"/>
            <a:r>
              <a:rPr lang="de-DE" dirty="0"/>
              <a:t>Konzept • Digitales Berater-Onboarding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3AD1A6A-0ECD-40CF-A369-BA0C58C3616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482415" y="6330586"/>
            <a:ext cx="288031" cy="288000"/>
          </a:xfrm>
        </p:spPr>
        <p:txBody>
          <a:bodyPr/>
          <a:lstStyle/>
          <a:p>
            <a:fld id="{E6924E2E-5978-4041-83C6-B53773FBD624}" type="slidenum">
              <a:rPr lang="de-DE" smtClean="0"/>
              <a:pPr/>
              <a:t>61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632363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F86B5404-C8A6-46D8-A63A-24A72F9254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Sind Daten und Unterlagen vollständig, erhält der Innendienst die Aufgabe „Vertrag erstellen“</a:t>
            </a:r>
          </a:p>
          <a:p>
            <a:r>
              <a:rPr lang="de-DE" dirty="0"/>
              <a:t>Alle Informationen liegen im Vorgang – keine Rückfragen nötig</a:t>
            </a:r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73C40592-A56B-46FE-BAE2-1804EDBC7D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Vertragsdaten werden aus den Stammdaten übernommen</a:t>
            </a:r>
          </a:p>
          <a:p>
            <a:r>
              <a:rPr lang="de-DE" dirty="0"/>
              <a:t>Versand zur Unterschrift per DocuSign</a:t>
            </a:r>
          </a:p>
          <a:p>
            <a:r>
              <a:rPr lang="de-DE" dirty="0"/>
              <a:t>Signaturstatus in Echtzeit: gesendet, angesehen, signiert</a:t>
            </a:r>
          </a:p>
        </p:txBody>
      </p:sp>
      <p:sp>
        <p:nvSpPr>
          <p:cNvPr id="18" name="Inhaltsplatzhalter 17">
            <a:extLst>
              <a:ext uri="{FF2B5EF4-FFF2-40B4-BE49-F238E27FC236}">
                <a16:creationId xmlns:a16="http://schemas.microsoft.com/office/drawing/2014/main" id="{E2F5BDA5-2160-4786-B511-5F43AB3EF30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de-DE" dirty="0"/>
              <a:t>Der signierte Vertrag wird automatisch am Vorgang abgelegt</a:t>
            </a:r>
          </a:p>
          <a:p>
            <a:r>
              <a:rPr lang="de-DE" dirty="0"/>
              <a:t>Der Statuswechsel startet den Schulungsversand</a:t>
            </a:r>
          </a:p>
          <a:p>
            <a:r>
              <a:rPr lang="de-DE" dirty="0"/>
              <a:t>ASM und Berater:in sehen sofort: Vertrag ist unter Dach und Fach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3BAFF0C-A559-44F9-BE40-AF35B03042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 b="1"/>
              <a:t>Automatische Übergabe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8DA7CEBA-5070-42C7-9B52-D800F86F7F3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 err="1" b="1"/>
              <a:t>Vertrag &amp; DocuSign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0B4E0455-A00A-4493-8C0E-CF8EC6F631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 err="1" b="1"/>
              <a:t>Nach der Unterschrift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8E073FF-4F4B-40F5-92DA-1CEA74CB4B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Der Innendienst übernimmt – ohne Zuruf und ohne E-Mail-Kette.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750D0781-F302-41B8-880C-6510D3B29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z="3200"/>
              <a:t>Phase 2: Prüfung &amp; Vertrag.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6AA798B-512F-4E79-BB47-B3B98A087F4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3072000" y="6330586"/>
            <a:ext cx="6048000" cy="288000"/>
          </a:xfrm>
        </p:spPr>
        <p:txBody>
          <a:bodyPr/>
          <a:lstStyle/>
          <a:p>
            <a:pPr algn="ctr"/>
            <a:r>
              <a:rPr lang="de-DE" dirty="0"/>
              <a:t>Konzept • Digitales Berater-Onboarding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3AD1A6A-0ECD-40CF-A369-BA0C58C3616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482415" y="6330586"/>
            <a:ext cx="288031" cy="288000"/>
          </a:xfrm>
        </p:spPr>
        <p:txBody>
          <a:bodyPr/>
          <a:lstStyle/>
          <a:p>
            <a:fld id="{E6924E2E-5978-4041-83C6-B53773FBD624}" type="slidenum">
              <a:rPr lang="de-DE" smtClean="0"/>
              <a:pPr/>
              <a:t>61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632363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F86B5404-C8A6-46D8-A63A-24A72F9254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Schulungslinks gehen automatisch nach der Unterschrift raus</a:t>
            </a:r>
          </a:p>
          <a:p>
            <a:r>
              <a:rPr lang="de-DE" dirty="0"/>
              <a:t>Der Lernfortschritt ist am Vorgang sichtbar</a:t>
            </a:r>
          </a:p>
          <a:p>
            <a:r>
              <a:rPr lang="de-DE" dirty="0"/>
              <a:t>Automatische Erinnerung, wenn nichts passiert</a:t>
            </a:r>
          </a:p>
        </p:txBody>
      </p:sp>
      <p:sp>
        <p:nvSpPr>
          <p:cNvPr id="17" name="Inhaltsplatzhalter 16">
            <a:extLst>
              <a:ext uri="{FF2B5EF4-FFF2-40B4-BE49-F238E27FC236}">
                <a16:creationId xmlns:a16="http://schemas.microsoft.com/office/drawing/2014/main" id="{73C40592-A56B-46FE-BAE2-1804EDBC7D7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Nach absolvierten Schulungen erhält der Field Sales Support die Aufgabe „Starterpaket bestellen“</a:t>
            </a:r>
          </a:p>
          <a:p>
            <a:r>
              <a:rPr lang="de-DE" dirty="0"/>
              <a:t>Kleidung in der hinterlegten Konfektionsgröße plus Druckmaterialien</a:t>
            </a:r>
          </a:p>
        </p:txBody>
      </p:sp>
      <p:sp>
        <p:nvSpPr>
          <p:cNvPr id="18" name="Inhaltsplatzhalter 17">
            <a:extLst>
              <a:ext uri="{FF2B5EF4-FFF2-40B4-BE49-F238E27FC236}">
                <a16:creationId xmlns:a16="http://schemas.microsoft.com/office/drawing/2014/main" id="{E2F5BDA5-2160-4786-B511-5F43AB3EF30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de-DE" dirty="0"/>
              <a:t>Sendungsnummern werden am Vorgang erfasst</a:t>
            </a:r>
          </a:p>
          <a:p>
            <a:r>
              <a:rPr lang="de-DE" dirty="0"/>
              <a:t>Für Berater:in, ASM, Innendienst und Field Sales Support einsehbar</a:t>
            </a:r>
          </a:p>
          <a:p>
            <a:r>
              <a:rPr lang="de-DE" dirty="0"/>
              <a:t>Pakete angekommen? Onboarding abgeschlossen – startklar!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D3BAFF0C-A559-44F9-BE40-AF35B03042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 b="1"/>
              <a:t>Grundschulungen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8DA7CEBA-5070-42C7-9B52-D800F86F7F3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 err="1" b="1"/>
              <a:t>Starterpaket bestellen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0B4E0455-A00A-4493-8C0E-CF8EC6F631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 err="1" b="1"/>
              <a:t>Versand &amp; Tracking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D8E073FF-4F4B-40F5-92DA-1CEA74CB4B2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de-DE" dirty="0"/>
              <a:t>Vom signierten Vertrag zum startklaren Berater – ohne Wartezeiten.</a:t>
            </a:r>
          </a:p>
        </p:txBody>
      </p:sp>
      <p:sp>
        <p:nvSpPr>
          <p:cNvPr id="15" name="Titel 14">
            <a:extLst>
              <a:ext uri="{FF2B5EF4-FFF2-40B4-BE49-F238E27FC236}">
                <a16:creationId xmlns:a16="http://schemas.microsoft.com/office/drawing/2014/main" id="{750D0781-F302-41B8-880C-6510D3B29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z="3200"/>
              <a:t>Phase 3: Schulung &amp; Starterpaket.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6AA798B-512F-4E79-BB47-B3B98A087F45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3072000" y="6330586"/>
            <a:ext cx="6048000" cy="288000"/>
          </a:xfrm>
        </p:spPr>
        <p:txBody>
          <a:bodyPr/>
          <a:lstStyle/>
          <a:p>
            <a:pPr algn="ctr"/>
            <a:r>
              <a:rPr lang="de-DE" dirty="0"/>
              <a:t>Konzept • Digitales Berater-Onboarding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3AD1A6A-0ECD-40CF-A369-BA0C58C36168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482415" y="6330586"/>
            <a:ext cx="288031" cy="288000"/>
          </a:xfrm>
        </p:spPr>
        <p:txBody>
          <a:bodyPr/>
          <a:lstStyle/>
          <a:p>
            <a:fld id="{E6924E2E-5978-4041-83C6-B53773FBD624}" type="slidenum">
              <a:rPr lang="de-DE" smtClean="0"/>
              <a:pPr/>
              <a:t>61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36323631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6E3C971-DE0C-45DF-AEC0-C389C918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396000"/>
            <a:ext cx="11376025" cy="1737600"/>
          </a:xfrm>
        </p:spPr>
        <p:txBody>
          <a:bodyPr/>
          <a:lstStyle/>
          <a:p>
            <a:r>
              <a:rPr lang="de-DE" dirty="0"/>
              <a:t>Das Statusmodell.</a:t>
            </a:r>
          </a:p>
        </p:txBody>
      </p:sp>
      <p:graphicFrame>
        <p:nvGraphicFramePr>
          <p:cNvPr id="10" name="Tabelle 10">
            <a:extLst>
              <a:ext uri="{FF2B5EF4-FFF2-40B4-BE49-F238E27FC236}">
                <a16:creationId xmlns:a16="http://schemas.microsoft.com/office/drawing/2014/main" id="{3AFB6BC1-B089-4C01-9F23-7D207072D6E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7988" y="2132856"/>
          <a:ext cx="8712000" cy="3390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137653394"/>
                    </a:ext>
                  </a:extLst>
                </a:gridCol>
                <a:gridCol w="3672000">
                  <a:extLst>
                    <a:ext uri="{9D8B030D-6E8A-4147-A177-3AD203B41FA5}">
                      <a16:colId xmlns:a16="http://schemas.microsoft.com/office/drawing/2014/main" val="21107221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06939103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3059338793"/>
                    </a:ext>
                  </a:extLst>
                </a:gridCol>
              </a:tblGrid>
              <a:tr h="648744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>
                          <a:solidFill>
                            <a:schemeClr val="accent5"/>
                          </a:solidFill>
                          <a:latin typeface="+mj-lt"/>
                        </a:rPr>
                        <a:t>Stammdaten erfasst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Vertrag zur Unterschrift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83417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172071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Warten auf Berater:in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Schulung läuft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132335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de-DE" sz="80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0265178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Unterlagen vollständig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Starterpaket versendet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006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de-DE" sz="80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739936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Vertrag in Erstellung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3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Onboarding abgeschlossen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2533472"/>
                  </a:ext>
                </a:extLst>
              </a:tr>
            </a:tbl>
          </a:graphicData>
        </a:graphic>
      </p:graphicFrame>
      <p:sp>
        <p:nvSpPr>
          <p:cNvPr id="4" name="Ellipse 3">
            <a:extLst>
              <a:ext uri="{FF2B5EF4-FFF2-40B4-BE49-F238E27FC236}">
                <a16:creationId xmlns:a16="http://schemas.microsoft.com/office/drawing/2014/main" id="{1FF054AB-F0C7-4563-BBFF-87CEEA6BF569}"/>
              </a:ext>
            </a:extLst>
          </p:cNvPr>
          <p:cNvSpPr>
            <a:spLocks noChangeAspect="1"/>
          </p:cNvSpPr>
          <p:nvPr/>
        </p:nvSpPr>
        <p:spPr>
          <a:xfrm>
            <a:off x="479425" y="2264099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1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6300BB3-DC52-410A-9784-C96AF477932E}"/>
              </a:ext>
            </a:extLst>
          </p:cNvPr>
          <p:cNvSpPr>
            <a:spLocks noChangeAspect="1"/>
          </p:cNvSpPr>
          <p:nvPr/>
        </p:nvSpPr>
        <p:spPr>
          <a:xfrm>
            <a:off x="479425" y="3177872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3945231-E0CC-48DC-982E-EA33798B68C4}"/>
              </a:ext>
            </a:extLst>
          </p:cNvPr>
          <p:cNvSpPr>
            <a:spLocks noChangeAspect="1"/>
          </p:cNvSpPr>
          <p:nvPr/>
        </p:nvSpPr>
        <p:spPr>
          <a:xfrm>
            <a:off x="479425" y="4091645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3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DE78B09-04FF-414C-8B17-748F21F0927D}"/>
              </a:ext>
            </a:extLst>
          </p:cNvPr>
          <p:cNvSpPr>
            <a:spLocks noChangeAspect="1"/>
          </p:cNvSpPr>
          <p:nvPr/>
        </p:nvSpPr>
        <p:spPr>
          <a:xfrm>
            <a:off x="479425" y="5005419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4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29D26B16-232A-446F-AE03-7C98BB58C3D9}"/>
              </a:ext>
            </a:extLst>
          </p:cNvPr>
          <p:cNvSpPr>
            <a:spLocks noChangeAspect="1"/>
          </p:cNvSpPr>
          <p:nvPr/>
        </p:nvSpPr>
        <p:spPr>
          <a:xfrm>
            <a:off x="4799856" y="2264099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5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7F5A912-9C93-43DD-A588-503A4BCDF0CB}"/>
              </a:ext>
            </a:extLst>
          </p:cNvPr>
          <p:cNvSpPr>
            <a:spLocks noChangeAspect="1"/>
          </p:cNvSpPr>
          <p:nvPr/>
        </p:nvSpPr>
        <p:spPr>
          <a:xfrm>
            <a:off x="4799856" y="3177872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6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59430DD-9173-4BDA-B8B4-6B17BB83580F}"/>
              </a:ext>
            </a:extLst>
          </p:cNvPr>
          <p:cNvSpPr>
            <a:spLocks noChangeAspect="1"/>
          </p:cNvSpPr>
          <p:nvPr/>
        </p:nvSpPr>
        <p:spPr>
          <a:xfrm>
            <a:off x="4799856" y="4091645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7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4F52D02-53E2-4BBD-BB29-D968D08312DC}"/>
              </a:ext>
            </a:extLst>
          </p:cNvPr>
          <p:cNvSpPr>
            <a:spLocks noChangeAspect="1"/>
          </p:cNvSpPr>
          <p:nvPr/>
        </p:nvSpPr>
        <p:spPr>
          <a:xfrm>
            <a:off x="4799856" y="5005419"/>
            <a:ext cx="540000" cy="54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8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3170A2-E17D-4CFA-BE24-9235CDEEFD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72000" y="6330586"/>
            <a:ext cx="6048000" cy="288000"/>
          </a:xfrm>
        </p:spPr>
        <p:txBody>
          <a:bodyPr/>
          <a:lstStyle/>
          <a:p>
            <a:pPr algn="ctr"/>
            <a:r>
              <a:rPr lang="de-DE" dirty="0"/>
              <a:t>Konzept • Digitales Berater-Onboarding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B322A0-4C74-4F40-9C7A-88ABA756A5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82415" y="6330586"/>
            <a:ext cx="288031" cy="288000"/>
          </a:xfrm>
        </p:spPr>
        <p:txBody>
          <a:bodyPr/>
          <a:lstStyle/>
          <a:p>
            <a:fld id="{E6924E2E-5978-4041-83C6-B53773FBD624}" type="slidenum">
              <a:rPr lang="de-DE" smtClean="0"/>
              <a:pPr/>
              <a:t>44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996030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30EB420B-7B94-44D4-ADFC-C7D1F6BB4F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1052736"/>
            <a:ext cx="11376024" cy="864000"/>
          </a:xfrm>
        </p:spPr>
        <p:txBody>
          <a:bodyPr/>
          <a:lstStyle/>
          <a:p>
            <a:r>
              <a:rPr lang="de-DE" dirty="0"/>
              <a:t>Jede Rolle hat klare Aufgaben – und alle denselben Blick auf den Vorgang.</a:t>
            </a:r>
          </a:p>
        </p:txBody>
      </p:sp>
      <p:graphicFrame>
        <p:nvGraphicFramePr>
          <p:cNvPr id="12" name="Tabelle 12">
            <a:extLst>
              <a:ext uri="{FF2B5EF4-FFF2-40B4-BE49-F238E27FC236}">
                <a16:creationId xmlns:a16="http://schemas.microsoft.com/office/drawing/2014/main" id="{6706EF2B-8093-4E90-AB19-73C5A829182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2600" y="2133600"/>
          <a:ext cx="11229972" cy="3533760"/>
        </p:xfrm>
        <a:graphic>
          <a:graphicData uri="http://schemas.openxmlformats.org/drawingml/2006/table">
            <a:tbl>
              <a:tblPr firstRow="1">
                <a:tableStyleId>{9D7B26C5-4107-4FEC-AEDC-1716B250A1EF}</a:tableStyleId>
              </a:tblPr>
              <a:tblGrid>
                <a:gridCol w="2807493">
                  <a:extLst>
                    <a:ext uri="{9D8B030D-6E8A-4147-A177-3AD203B41FA5}">
                      <a16:colId xmlns:a16="http://schemas.microsoft.com/office/drawing/2014/main" val="19293519"/>
                    </a:ext>
                  </a:extLst>
                </a:gridCol>
                <a:gridCol w="2807493">
                  <a:extLst>
                    <a:ext uri="{9D8B030D-6E8A-4147-A177-3AD203B41FA5}">
                      <a16:colId xmlns:a16="http://schemas.microsoft.com/office/drawing/2014/main" val="332884255"/>
                    </a:ext>
                  </a:extLst>
                </a:gridCol>
                <a:gridCol w="2807493">
                  <a:extLst>
                    <a:ext uri="{9D8B030D-6E8A-4147-A177-3AD203B41FA5}">
                      <a16:colId xmlns:a16="http://schemas.microsoft.com/office/drawing/2014/main" val="1904384877"/>
                    </a:ext>
                  </a:extLst>
                </a:gridCol>
                <a:gridCol w="2807493">
                  <a:extLst>
                    <a:ext uri="{9D8B030D-6E8A-4147-A177-3AD203B41FA5}">
                      <a16:colId xmlns:a16="http://schemas.microsoft.com/office/drawing/2014/main" val="16497781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j-lt"/>
                        </a:rPr>
                        <a:t>Rolle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j-lt"/>
                        </a:rPr>
                        <a:t>Aufgaben im Prozess</a:t>
                      </a:r>
                    </a:p>
                  </a:txBody>
                  <a:tcPr>
                    <a:lnL>
                      <a:noFill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>
                          <a:solidFill>
                            <a:schemeClr val="accent3"/>
                          </a:solidFill>
                          <a:latin typeface="+mj-lt"/>
                        </a:rPr>
                        <a:t>Sieht im Cockpit</a:t>
                      </a:r>
                    </a:p>
                  </a:txBody>
                  <a:tcPr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noProof="0" dirty="0">
                          <a:solidFill>
                            <a:schemeClr val="tx1"/>
                          </a:solidFill>
                          <a:latin typeface="+mj-lt"/>
                        </a:rPr>
                        <a:t>Wird automatisch informiert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8525905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noProof="0" dirty="0"/>
                        <a:t>Berater:in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Daten ergänzen, Unterlagen hochladen, Vertrag signieren, Schulungen absolvieren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Eigenen Vorgang: Status, Checkliste, Sendungsnummern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Einladungslink, Erinnerungen, Vertrag, Schulungslinks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2852746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noProof="0" dirty="0"/>
                        <a:t>ASM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Stammdaten im Vertragsgespräch erfassen, Fortschritt begleiten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Alle Vorgänge der eigenen Region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Bei fehlenden Unterlagen und erreichten Meilensteinen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998927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noProof="0" dirty="0"/>
                        <a:t>Innendienst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Vollständigkeit prüfen, Vertrag erstellen und per DocuSign versenden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Alle Vorgänge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Aufgabe „Vertrag erstellen“, Signatur eingegangen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2407058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r>
                        <a:rPr lang="en-US" sz="1400" b="0" noProof="0" dirty="0"/>
                        <a:t>Field Sales Support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noProof="0" dirty="0"/>
                        <a:t>Starterpaket bestellen, Sendungsnummern erfassen</a:t>
                      </a:r>
                    </a:p>
                  </a:txBody>
                  <a:tcPr anchor="ctr">
                    <a:lnL>
                      <a:noFill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Alle Vorgänge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noProof="0" dirty="0"/>
                        <a:t>Aufgabe „Starterpaket bestellen“ nach Schulungsabschluss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68078313"/>
                  </a:ext>
                </a:extLst>
              </a:tr>
            </a:tbl>
          </a:graphicData>
        </a:graphic>
      </p:graphicFrame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07987" y="425496"/>
            <a:ext cx="11376025" cy="720000"/>
          </a:xfrm>
        </p:spPr>
        <p:txBody>
          <a:bodyPr/>
          <a:lstStyle/>
          <a:p>
            <a:r>
              <a:rPr lang="de-DE" dirty="0"/>
              <a:t>Rollen &amp; Rechte.</a:t>
            </a:r>
          </a:p>
        </p:txBody>
      </p:sp>
      <p:sp>
        <p:nvSpPr>
          <p:cNvPr id="7" name="Textfeld 6"/>
          <p:cNvSpPr txBox="1"/>
          <p:nvPr/>
        </p:nvSpPr>
        <p:spPr>
          <a:xfrm>
            <a:off x="486289" y="5805264"/>
            <a:ext cx="11229972" cy="415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900" noProof="1" dirty="0"/>
              <a:t>Alle Beteiligten arbeiten auf demselben Vorgang – niemand fragt mehr per E-Mail nach dem Stand.</a:t>
            </a:r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50468E6B-E8D3-4FF0-A452-BEBEECA313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ctr"/>
            <a:r>
              <a:rPr lang="de-DE" dirty="0"/>
              <a:t>Konzept • Digitales Berater-Onboarding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08F2FA70-CF83-45C8-B336-FE368B1E6CE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6924E2E-5978-4041-83C6-B53773FBD624}" type="slidenum">
              <a:rPr lang="de-DE" smtClean="0"/>
              <a:pPr/>
              <a:t>79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859803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B4CEC83-EA6F-4097-9D4C-574F70B58D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err="1"/>
              <a:t>Der aktuelle Schritt von acht auf einen Blick – für jeden Vorgang</a:t>
            </a:r>
          </a:p>
          <a:p>
            <a:r>
              <a:rPr lang="de-DE" dirty="0" err="1"/>
              <a:t>Filterbar nach Region, Team und Status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4F3B0AF-BEAD-46AB-A134-2B1E9079BF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err="1"/>
              <a:t>Welche Unterlagen da sind und welche fehlen – inklusive Vorschau</a:t>
            </a:r>
          </a:p>
          <a:p>
            <a:r>
              <a:rPr lang="de-DE" dirty="0" err="1"/>
              <a:t>Alles revisionssicher am Vorgang abgelegt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7AD0015-315D-43B9-A9BB-0F355612F39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de-DE" dirty="0" err="1"/>
              <a:t>Wer gerade am Zug ist, steht im Vorgang</a:t>
            </a:r>
          </a:p>
          <a:p>
            <a:r>
              <a:rPr lang="de-DE" dirty="0" err="1"/>
              <a:t>Automatische Erinnerungen statt Nachtelefonieren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6CEF655-9CFF-4078-B958-D5C8EF6BB0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 b="1"/>
              <a:t>Statusleiste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846CBE7-056C-4241-BAB0-0A9F73117A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 err="1" b="1"/>
              <a:t>Checkliste &amp; Dokumente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1A6B31DC-0EE8-443D-964C-81DCF3F24D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 err="1" b="1"/>
              <a:t>Aufgaben &amp; Erinnerungen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19319CED-0B36-45A5-84A9-784E3F5EE5E1}"/>
              </a:ext>
            </a:extLst>
          </p:cNvPr>
          <p:cNvSpPr>
            <a:spLocks noGrp="1"/>
          </p:cNvSpPr>
          <p:nvPr>
            <p:ph sz="half" idx="22"/>
          </p:nvPr>
        </p:nvSpPr>
        <p:spPr/>
        <p:txBody>
          <a:bodyPr/>
          <a:lstStyle/>
          <a:p>
            <a:r>
              <a:rPr lang="de-DE" dirty="0" err="1"/>
              <a:t>Sendungsnummern der Starterpakete direkt am Vorgang</a:t>
            </a:r>
          </a:p>
          <a:p>
            <a:r>
              <a:rPr lang="de-DE" dirty="0" err="1"/>
              <a:t>Sichtbar für alle Beteiligten – inklusive Berater:in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632C0B4C-AB2B-4A26-9A63-F3BF640AFC1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 err="1" b="1"/>
              <a:t>Paket-Tracking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C75208-CCB9-454B-8222-BF4C98B3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Das Onboarding-Cockpit: Transparenz für alle.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1192690-59D5-4247-ABF9-D8FF8ECA858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3072000" y="6330586"/>
            <a:ext cx="6048000" cy="288000"/>
          </a:xfrm>
        </p:spPr>
        <p:txBody>
          <a:bodyPr/>
          <a:lstStyle/>
          <a:p>
            <a:pPr algn="ctr"/>
            <a:r>
              <a:rPr lang="de-DE" dirty="0"/>
              <a:t>Konzept • Digitales Berater-Onboarding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E6DAB42-BBE5-4403-917B-CAB5E285E1C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482415" y="6330586"/>
            <a:ext cx="288031" cy="288000"/>
          </a:xfrm>
        </p:spPr>
        <p:txBody>
          <a:bodyPr/>
          <a:lstStyle/>
          <a:p>
            <a:fld id="{E6924E2E-5978-4041-83C6-B53773FBD624}" type="slidenum">
              <a:rPr lang="de-DE" smtClean="0"/>
              <a:pPr/>
              <a:t>64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907960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07987" y="425496"/>
            <a:ext cx="11376025" cy="720000"/>
          </a:xfrm>
        </p:spPr>
        <p:txBody>
          <a:bodyPr/>
          <a:lstStyle/>
          <a:p>
            <a:r>
              <a:rPr lang="de-DE" dirty="0"/>
              <a:t>Umsetzung in Salesforce.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60EB1A37-7AA6-4BCA-9B72-B97E954AE2D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7988" y="1052736"/>
            <a:ext cx="11376024" cy="864000"/>
          </a:xfrm>
        </p:spPr>
        <p:txBody>
          <a:bodyPr/>
          <a:lstStyle/>
          <a:p>
            <a:r>
              <a:rPr lang="de-DE" dirty="0"/>
              <a:t>Standard-Bausteine statt Eigenentwicklung.</a:t>
            </a:r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7FDDF000-A22E-4B1A-84A6-166A01AF2B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3072000" y="6330586"/>
            <a:ext cx="6048000" cy="288000"/>
          </a:xfrm>
        </p:spPr>
        <p:txBody>
          <a:bodyPr/>
          <a:lstStyle/>
          <a:p>
            <a:r>
              <a:rPr lang="de-DE" dirty="0"/>
              <a:t>Konzept • Digitales Berater-Onboarding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37B1E114-EE6F-4E8A-ACC3-0D7A2F77068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2415" y="6330586"/>
            <a:ext cx="288031" cy="288000"/>
          </a:xfrm>
        </p:spPr>
        <p:txBody>
          <a:bodyPr/>
          <a:lstStyle/>
          <a:p>
            <a:fld id="{E6924E2E-5978-4041-83C6-B53773FBD624}" type="slidenum">
              <a:rPr lang="de-DE" smtClean="0"/>
              <a:pPr/>
              <a:t>72</a:t>
            </a:fld>
            <a:endParaRPr lang="de-DE"/>
          </a:p>
        </p:txBody>
      </p:sp>
      <p:sp>
        <p:nvSpPr>
          <p:cNvPr id="19" name="Abgerundetes Rechteck 5">
            <a:extLst>
              <a:ext uri="{FF2B5EF4-FFF2-40B4-BE49-F238E27FC236}">
                <a16:creationId xmlns:a16="http://schemas.microsoft.com/office/drawing/2014/main" id="{7472198C-7753-446B-9219-B6D6D4A69EBF}"/>
              </a:ext>
            </a:extLst>
          </p:cNvPr>
          <p:cNvSpPr/>
          <p:nvPr/>
        </p:nvSpPr>
        <p:spPr>
          <a:xfrm>
            <a:off x="479376" y="3429000"/>
            <a:ext cx="3960000" cy="118872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tIns="36000" rIns="72000" bIns="36000" rtlCol="0" anchor="ctr" anchorCtr="0">
            <a:spAutoFit/>
          </a:bodyPr>
          <a:lstStyle/>
          <a:p>
            <a:r>
              <a:rPr lang="de-DE" sz="1400" noProof="1" dirty="0" b="1">
                <a:solidFill>
                  <a:schemeClr val="tx1"/>
                </a:solidFill>
              </a:rPr>
              <a:t>Onboarding-Vorgang</a:t>
            </a:r>
          </a:p>
          <a:p>
            <a:r>
              <a:rPr lang="de-DE" sz="1400" noProof="1" dirty="0">
                <a:solidFill>
                  <a:schemeClr val="tx1"/>
                </a:solidFill>
              </a:rPr>
              <a:t>Ein Datensatz je Berater:in bündelt Status, Daten, Dokumente und Aufgaben</a:t>
            </a:r>
          </a:p>
        </p:txBody>
      </p:sp>
      <p:sp>
        <p:nvSpPr>
          <p:cNvPr id="20" name="Abgerundetes Rechteck 6">
            <a:extLst>
              <a:ext uri="{FF2B5EF4-FFF2-40B4-BE49-F238E27FC236}">
                <a16:creationId xmlns:a16="http://schemas.microsoft.com/office/drawing/2014/main" id="{D798CA74-E6B9-4B1A-8D7E-55087542654C}"/>
              </a:ext>
            </a:extLst>
          </p:cNvPr>
          <p:cNvSpPr/>
          <p:nvPr/>
        </p:nvSpPr>
        <p:spPr>
          <a:xfrm>
            <a:off x="5748572" y="2011680"/>
            <a:ext cx="5806440" cy="86868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>
            <a:noAutofit/>
          </a:bodyPr>
          <a:lstStyle/>
          <a:p>
            <a:pPr marL="265113" indent="-265113"/>
            <a:r>
              <a:rPr lang="de-DE" sz="1400" b="1" noProof="1" dirty="0">
                <a:solidFill>
                  <a:schemeClr val="accent3"/>
                </a:solidFill>
                <a:latin typeface="+mj-lt"/>
              </a:rPr>
              <a:t>Experience Cloud Portal</a:t>
            </a:r>
            <a:r>
              <a:rPr lang="de-DE" sz="1400" b="1" noProof="1" dirty="0">
                <a:solidFill>
                  <a:schemeClr val="accent3"/>
                </a:solidFill>
                <a:latin typeface="+mj-lt"/>
              </a:rPr>
              <a:t> – persönlicher Link für Berater:innen: Daten ergänzen und Unterlagen hochladen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7073C4C7-8541-408E-8238-BD458AAB4630}"/>
              </a:ext>
            </a:extLst>
          </p:cNvPr>
          <p:cNvCxnSpPr>
            <a:cxnSpLocks/>
            <a:stCxn id="19" idx="3"/>
            <a:endCxn id="25" idx="2"/>
          </p:cNvCxnSpPr>
          <p:nvPr/>
        </p:nvCxnSpPr>
        <p:spPr>
          <a:xfrm flipV="1">
            <a:off x="4439376" y="3989468"/>
            <a:ext cx="943315" cy="2429"/>
          </a:xfrm>
          <a:prstGeom prst="line">
            <a:avLst/>
          </a:prstGeom>
          <a:ln w="19050" cap="rnd">
            <a:solidFill>
              <a:schemeClr val="tx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Freihandform: Form 24">
            <a:extLst>
              <a:ext uri="{FF2B5EF4-FFF2-40B4-BE49-F238E27FC236}">
                <a16:creationId xmlns:a16="http://schemas.microsoft.com/office/drawing/2014/main" id="{EE65F018-5F0D-49B8-B73D-A301F3056E50}"/>
              </a:ext>
            </a:extLst>
          </p:cNvPr>
          <p:cNvSpPr/>
          <p:nvPr/>
        </p:nvSpPr>
        <p:spPr>
          <a:xfrm>
            <a:off x="5382691" y="2281084"/>
            <a:ext cx="365881" cy="3421626"/>
          </a:xfrm>
          <a:custGeom>
            <a:avLst/>
            <a:gdLst>
              <a:gd name="connsiteX0" fmla="*/ 436880 w 436880"/>
              <a:gd name="connsiteY0" fmla="*/ 0 h 3870960"/>
              <a:gd name="connsiteX1" fmla="*/ 0 w 436880"/>
              <a:gd name="connsiteY1" fmla="*/ 0 h 3870960"/>
              <a:gd name="connsiteX2" fmla="*/ 0 w 436880"/>
              <a:gd name="connsiteY2" fmla="*/ 3870960 h 3870960"/>
              <a:gd name="connsiteX3" fmla="*/ 325120 w 436880"/>
              <a:gd name="connsiteY3" fmla="*/ 3870960 h 3870960"/>
              <a:gd name="connsiteX0" fmla="*/ 386080 w 386080"/>
              <a:gd name="connsiteY0" fmla="*/ 0 h 3870960"/>
              <a:gd name="connsiteX1" fmla="*/ 0 w 386080"/>
              <a:gd name="connsiteY1" fmla="*/ 0 h 3870960"/>
              <a:gd name="connsiteX2" fmla="*/ 0 w 386080"/>
              <a:gd name="connsiteY2" fmla="*/ 3870960 h 3870960"/>
              <a:gd name="connsiteX3" fmla="*/ 325120 w 386080"/>
              <a:gd name="connsiteY3" fmla="*/ 3870960 h 3870960"/>
              <a:gd name="connsiteX0" fmla="*/ 386080 w 386080"/>
              <a:gd name="connsiteY0" fmla="*/ 0 h 3870960"/>
              <a:gd name="connsiteX1" fmla="*/ 0 w 386080"/>
              <a:gd name="connsiteY1" fmla="*/ 0 h 3870960"/>
              <a:gd name="connsiteX2" fmla="*/ 0 w 386080"/>
              <a:gd name="connsiteY2" fmla="*/ 3870960 h 3870960"/>
              <a:gd name="connsiteX3" fmla="*/ 355600 w 386080"/>
              <a:gd name="connsiteY3" fmla="*/ 3870960 h 3870960"/>
              <a:gd name="connsiteX0" fmla="*/ 386080 w 386080"/>
              <a:gd name="connsiteY0" fmla="*/ 0 h 3870960"/>
              <a:gd name="connsiteX1" fmla="*/ 0 w 386080"/>
              <a:gd name="connsiteY1" fmla="*/ 0 h 3870960"/>
              <a:gd name="connsiteX2" fmla="*/ 0 w 386080"/>
              <a:gd name="connsiteY2" fmla="*/ 3870960 h 3870960"/>
              <a:gd name="connsiteX3" fmla="*/ 375920 w 386080"/>
              <a:gd name="connsiteY3" fmla="*/ 3870960 h 3870960"/>
              <a:gd name="connsiteX0" fmla="*/ 363220 w 375920"/>
              <a:gd name="connsiteY0" fmla="*/ 0 h 3870960"/>
              <a:gd name="connsiteX1" fmla="*/ 0 w 375920"/>
              <a:gd name="connsiteY1" fmla="*/ 0 h 3870960"/>
              <a:gd name="connsiteX2" fmla="*/ 0 w 375920"/>
              <a:gd name="connsiteY2" fmla="*/ 3870960 h 3870960"/>
              <a:gd name="connsiteX3" fmla="*/ 375920 w 375920"/>
              <a:gd name="connsiteY3" fmla="*/ 3870960 h 3870960"/>
              <a:gd name="connsiteX0" fmla="*/ 363220 w 368300"/>
              <a:gd name="connsiteY0" fmla="*/ 0 h 3870960"/>
              <a:gd name="connsiteX1" fmla="*/ 0 w 368300"/>
              <a:gd name="connsiteY1" fmla="*/ 0 h 3870960"/>
              <a:gd name="connsiteX2" fmla="*/ 0 w 368300"/>
              <a:gd name="connsiteY2" fmla="*/ 3870960 h 3870960"/>
              <a:gd name="connsiteX3" fmla="*/ 368300 w 368300"/>
              <a:gd name="connsiteY3" fmla="*/ 3870960 h 3870960"/>
              <a:gd name="connsiteX0" fmla="*/ 363220 w 364490"/>
              <a:gd name="connsiteY0" fmla="*/ 0 h 3870960"/>
              <a:gd name="connsiteX1" fmla="*/ 0 w 364490"/>
              <a:gd name="connsiteY1" fmla="*/ 0 h 3870960"/>
              <a:gd name="connsiteX2" fmla="*/ 0 w 364490"/>
              <a:gd name="connsiteY2" fmla="*/ 3870960 h 3870960"/>
              <a:gd name="connsiteX3" fmla="*/ 364490 w 364490"/>
              <a:gd name="connsiteY3" fmla="*/ 3869055 h 3870960"/>
              <a:gd name="connsiteX0" fmla="*/ 363220 w 364490"/>
              <a:gd name="connsiteY0" fmla="*/ 0 h 3870960"/>
              <a:gd name="connsiteX1" fmla="*/ 0 w 364490"/>
              <a:gd name="connsiteY1" fmla="*/ 0 h 3870960"/>
              <a:gd name="connsiteX2" fmla="*/ 650 w 364490"/>
              <a:gd name="connsiteY2" fmla="*/ 1828638 h 3870960"/>
              <a:gd name="connsiteX3" fmla="*/ 0 w 364490"/>
              <a:gd name="connsiteY3" fmla="*/ 3870960 h 3870960"/>
              <a:gd name="connsiteX4" fmla="*/ 364490 w 364490"/>
              <a:gd name="connsiteY4" fmla="*/ 3869055 h 3870960"/>
              <a:gd name="connsiteX0" fmla="*/ 363220 w 364490"/>
              <a:gd name="connsiteY0" fmla="*/ 0 h 3870960"/>
              <a:gd name="connsiteX1" fmla="*/ 0 w 364490"/>
              <a:gd name="connsiteY1" fmla="*/ 0 h 3870960"/>
              <a:gd name="connsiteX2" fmla="*/ 650 w 364490"/>
              <a:gd name="connsiteY2" fmla="*/ 1924568 h 3870960"/>
              <a:gd name="connsiteX3" fmla="*/ 0 w 364490"/>
              <a:gd name="connsiteY3" fmla="*/ 3870960 h 3870960"/>
              <a:gd name="connsiteX4" fmla="*/ 364490 w 364490"/>
              <a:gd name="connsiteY4" fmla="*/ 3869055 h 3870960"/>
              <a:gd name="connsiteX0" fmla="*/ 364628 w 365898"/>
              <a:gd name="connsiteY0" fmla="*/ 0 h 3870960"/>
              <a:gd name="connsiteX1" fmla="*/ 1408 w 365898"/>
              <a:gd name="connsiteY1" fmla="*/ 0 h 3870960"/>
              <a:gd name="connsiteX2" fmla="*/ 17 w 365898"/>
              <a:gd name="connsiteY2" fmla="*/ 1932732 h 3870960"/>
              <a:gd name="connsiteX3" fmla="*/ 1408 w 365898"/>
              <a:gd name="connsiteY3" fmla="*/ 3870960 h 3870960"/>
              <a:gd name="connsiteX4" fmla="*/ 365898 w 365898"/>
              <a:gd name="connsiteY4" fmla="*/ 3869055 h 3870960"/>
              <a:gd name="connsiteX0" fmla="*/ 364628 w 365898"/>
              <a:gd name="connsiteY0" fmla="*/ 0 h 3870960"/>
              <a:gd name="connsiteX1" fmla="*/ 1408 w 365898"/>
              <a:gd name="connsiteY1" fmla="*/ 0 h 3870960"/>
              <a:gd name="connsiteX2" fmla="*/ 17 w 365898"/>
              <a:gd name="connsiteY2" fmla="*/ 1932732 h 3870960"/>
              <a:gd name="connsiteX3" fmla="*/ 1408 w 365898"/>
              <a:gd name="connsiteY3" fmla="*/ 3870960 h 3870960"/>
              <a:gd name="connsiteX4" fmla="*/ 365898 w 365898"/>
              <a:gd name="connsiteY4" fmla="*/ 3869055 h 3870960"/>
              <a:gd name="connsiteX0" fmla="*/ 364611 w 365881"/>
              <a:gd name="connsiteY0" fmla="*/ 0 h 3870960"/>
              <a:gd name="connsiteX1" fmla="*/ 1391 w 365881"/>
              <a:gd name="connsiteY1" fmla="*/ 0 h 3870960"/>
              <a:gd name="connsiteX2" fmla="*/ 0 w 365881"/>
              <a:gd name="connsiteY2" fmla="*/ 1932732 h 3870960"/>
              <a:gd name="connsiteX3" fmla="*/ 1391 w 365881"/>
              <a:gd name="connsiteY3" fmla="*/ 3870960 h 3870960"/>
              <a:gd name="connsiteX4" fmla="*/ 365881 w 365881"/>
              <a:gd name="connsiteY4" fmla="*/ 3869055 h 387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5881" h="3870960">
                <a:moveTo>
                  <a:pt x="364611" y="0"/>
                </a:moveTo>
                <a:lnTo>
                  <a:pt x="1391" y="0"/>
                </a:lnTo>
                <a:cubicBezTo>
                  <a:pt x="927" y="644244"/>
                  <a:pt x="464" y="1288488"/>
                  <a:pt x="0" y="1932732"/>
                </a:cubicBezTo>
                <a:cubicBezTo>
                  <a:pt x="464" y="2578808"/>
                  <a:pt x="927" y="3224884"/>
                  <a:pt x="1391" y="3870960"/>
                </a:cubicBezTo>
                <a:lnTo>
                  <a:pt x="365881" y="3869055"/>
                </a:lnTo>
              </a:path>
            </a:pathLst>
          </a:custGeom>
          <a:noFill/>
          <a:ln w="19050" cap="rnd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Abgerundetes Rechteck 6">
            <a:extLst>
              <a:ext uri="{FF2B5EF4-FFF2-40B4-BE49-F238E27FC236}">
                <a16:creationId xmlns:a16="http://schemas.microsoft.com/office/drawing/2014/main" id="{6B9A2DEF-3A5C-484A-B897-77200B65D741}"/>
              </a:ext>
            </a:extLst>
          </p:cNvPr>
          <p:cNvSpPr/>
          <p:nvPr/>
        </p:nvSpPr>
        <p:spPr>
          <a:xfrm>
            <a:off x="5748572" y="3154680"/>
            <a:ext cx="5806440" cy="86868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>
            <a:noAutofit/>
          </a:bodyPr>
          <a:lstStyle/>
          <a:p>
            <a:pPr marL="265113" indent="-265113"/>
            <a:r>
              <a:rPr lang="de-DE" sz="1400" b="1" noProof="1" dirty="0">
                <a:solidFill>
                  <a:schemeClr val="accent3"/>
                </a:solidFill>
                <a:latin typeface="+mj-lt"/>
              </a:rPr>
              <a:t>Flows &amp; Automatisierung</a:t>
            </a:r>
            <a:r>
              <a:rPr lang="de-DE" sz="1400" b="1" noProof="1" dirty="0">
                <a:solidFill>
                  <a:schemeClr val="accent3"/>
                </a:solidFill>
                <a:latin typeface="+mj-lt"/>
              </a:rPr>
              <a:t> – Aufgaben, E-Mails und Statuswechsel laufen ohne manuelles Zutun</a:t>
            </a:r>
          </a:p>
        </p:txBody>
      </p:sp>
      <p:sp>
        <p:nvSpPr>
          <p:cNvPr id="27" name="Abgerundetes Rechteck 6">
            <a:extLst>
              <a:ext uri="{FF2B5EF4-FFF2-40B4-BE49-F238E27FC236}">
                <a16:creationId xmlns:a16="http://schemas.microsoft.com/office/drawing/2014/main" id="{4086E16F-5C1D-460B-8B8A-1926E66BF815}"/>
              </a:ext>
            </a:extLst>
          </p:cNvPr>
          <p:cNvSpPr/>
          <p:nvPr/>
        </p:nvSpPr>
        <p:spPr>
          <a:xfrm>
            <a:off x="5748572" y="4297680"/>
            <a:ext cx="5806440" cy="86868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>
            <a:noAutofit/>
          </a:bodyPr>
          <a:lstStyle/>
          <a:p>
            <a:pPr marL="265113" indent="-265113"/>
            <a:r>
              <a:rPr lang="de-DE" sz="1400" b="1" noProof="1" dirty="0">
                <a:solidFill>
                  <a:schemeClr val="accent3"/>
                </a:solidFill>
                <a:latin typeface="+mj-lt"/>
              </a:rPr>
              <a:t>DocuSign-Integration</a:t>
            </a:r>
            <a:r>
              <a:rPr lang="de-DE" sz="1400" b="1" noProof="1" dirty="0">
                <a:solidFill>
                  <a:schemeClr val="accent3"/>
                </a:solidFill>
                <a:latin typeface="+mj-lt"/>
              </a:rPr>
              <a:t> – Vertrag erstellen, versenden und Signaturstatus zurückmelden</a:t>
            </a:r>
          </a:p>
        </p:txBody>
      </p:sp>
      <p:sp>
        <p:nvSpPr>
          <p:cNvPr id="28" name="Abgerundetes Rechteck 6">
            <a:extLst>
              <a:ext uri="{FF2B5EF4-FFF2-40B4-BE49-F238E27FC236}">
                <a16:creationId xmlns:a16="http://schemas.microsoft.com/office/drawing/2014/main" id="{1593AE2A-AC49-4C89-BF3C-CFC5C3342287}"/>
              </a:ext>
            </a:extLst>
          </p:cNvPr>
          <p:cNvSpPr/>
          <p:nvPr/>
        </p:nvSpPr>
        <p:spPr>
          <a:xfrm>
            <a:off x="5748572" y="5440680"/>
            <a:ext cx="5806440" cy="868680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 anchorCtr="0">
            <a:noAutofit/>
          </a:bodyPr>
          <a:lstStyle/>
          <a:p>
            <a:pPr marL="288000" indent="-288000"/>
            <a:r>
              <a:rPr lang="de-DE" sz="1400" b="1" noProof="1" dirty="0">
                <a:solidFill>
                  <a:schemeClr val="accent3"/>
                </a:solidFill>
                <a:latin typeface="+mj-lt"/>
              </a:rPr>
              <a:t>Schulungs- &amp; Versand-Anbindung</a:t>
            </a:r>
            <a:r>
              <a:rPr lang="de-DE" sz="1400" b="1" noProof="1" dirty="0">
                <a:solidFill>
                  <a:schemeClr val="accent3"/>
                </a:solidFill>
                <a:latin typeface="+mj-lt"/>
              </a:rPr>
              <a:t> – Lernfortschritt und Sendungsnummern direkt am Vorgang</a:t>
            </a:r>
          </a:p>
        </p:txBody>
      </p:sp>
    </p:spTree>
    <p:extLst>
      <p:ext uri="{BB962C8B-B14F-4D97-AF65-F5344CB8AC3E}">
        <p14:creationId xmlns:p14="http://schemas.microsoft.com/office/powerpoint/2010/main" val="1068512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3B4CEC83-EA6F-4097-9D4C-574F70B58DF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 err="1"/>
              <a:t>Kürzere Durchlaufzeit vom Gespräch bis zum ersten Einsatz</a:t>
            </a:r>
          </a:p>
          <a:p>
            <a:r>
              <a:rPr lang="de-DE" dirty="0" err="1"/>
              <a:t>Keine Liegezeiten zwischen den Rollen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4F3B0AF-BEAD-46AB-A134-2B1E9079BF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 err="1"/>
              <a:t>Ein System statt PDF, E-Mail und Zuruf</a:t>
            </a:r>
          </a:p>
          <a:p>
            <a:r>
              <a:rPr lang="de-DE" dirty="0" err="1"/>
              <a:t>Daten werden nur einmal erfasst – direkt in Salesforce</a:t>
            </a:r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7AD0015-315D-43B9-A9BB-0F355612F39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r>
              <a:rPr lang="de-DE" dirty="0" err="1"/>
              <a:t>Status und Sendungsnummern jederzeit für alle sichtbar</a:t>
            </a:r>
          </a:p>
          <a:p>
            <a:r>
              <a:rPr lang="de-DE" dirty="0" err="1"/>
              <a:t>Rückfragen und Status-Telefonate entfallen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6CEF655-9CFF-4078-B958-D5C8EF6BB0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de-DE" dirty="0" err="1" b="1"/>
              <a:t>Schneller am Start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846CBE7-056C-4241-BAB0-0A9F73117AC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de-DE" dirty="0" err="1" b="1"/>
              <a:t>Keine Medienbrüche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1A6B31DC-0EE8-443D-964C-81DCF3F24D6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de-DE" dirty="0" err="1" b="1"/>
              <a:t>Volle Transparenz</a:t>
            </a:r>
          </a:p>
        </p:txBody>
      </p:sp>
      <p:sp>
        <p:nvSpPr>
          <p:cNvPr id="15" name="Inhaltsplatzhalter 14">
            <a:extLst>
              <a:ext uri="{FF2B5EF4-FFF2-40B4-BE49-F238E27FC236}">
                <a16:creationId xmlns:a16="http://schemas.microsoft.com/office/drawing/2014/main" id="{19319CED-0B36-45A5-84A9-784E3F5EE5E1}"/>
              </a:ext>
            </a:extLst>
          </p:cNvPr>
          <p:cNvSpPr>
            <a:spLocks noGrp="1"/>
          </p:cNvSpPr>
          <p:nvPr>
            <p:ph sz="half" idx="22"/>
          </p:nvPr>
        </p:nvSpPr>
        <p:spPr/>
        <p:txBody>
          <a:bodyPr/>
          <a:lstStyle/>
          <a:p>
            <a:r>
              <a:rPr lang="de-DE" dirty="0" err="1"/>
              <a:t>Pflichtfelder und vollständige Unterlagen vor Vertragserstellung</a:t>
            </a:r>
          </a:p>
          <a:p>
            <a:r>
              <a:rPr lang="de-DE" dirty="0" err="1"/>
              <a:t>Lückenlose Historie am Vorgang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632C0B4C-AB2B-4A26-9A63-F3BF640AFC1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de-DE" dirty="0" err="1" b="1"/>
              <a:t>Qualität &amp; Compliance</a:t>
            </a:r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9C75208-CCB9-454B-8222-BF4C98B3F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Was uns das bringt.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1192690-59D5-4247-ABF9-D8FF8ECA858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>
          <a:xfrm>
            <a:off x="3072000" y="6330586"/>
            <a:ext cx="6048000" cy="288000"/>
          </a:xfrm>
        </p:spPr>
        <p:txBody>
          <a:bodyPr/>
          <a:lstStyle/>
          <a:p>
            <a:pPr algn="ctr"/>
            <a:r>
              <a:rPr lang="de-DE" dirty="0"/>
              <a:t>Konzept • Digitales Berater-Onboarding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E6DAB42-BBE5-4403-917B-CAB5E285E1C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>
          <a:xfrm>
            <a:off x="482415" y="6330586"/>
            <a:ext cx="288031" cy="288000"/>
          </a:xfrm>
        </p:spPr>
        <p:txBody>
          <a:bodyPr/>
          <a:lstStyle/>
          <a:p>
            <a:fld id="{E6924E2E-5978-4041-83C6-B53773FBD624}" type="slidenum">
              <a:rPr lang="de-DE" smtClean="0"/>
              <a:pPr/>
              <a:t>64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2907960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F6E3C971-DE0C-45DF-AEC0-C389C918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7" y="396000"/>
            <a:ext cx="11376025" cy="1737600"/>
          </a:xfrm>
        </p:spPr>
        <p:txBody>
          <a:bodyPr/>
          <a:lstStyle/>
          <a:p>
            <a:r>
              <a:rPr lang="de-DE" dirty="0"/>
              <a:t>Der Fahrplan zur Umsetzung.</a:t>
            </a:r>
          </a:p>
        </p:txBody>
      </p:sp>
      <p:graphicFrame>
        <p:nvGraphicFramePr>
          <p:cNvPr id="10" name="Tabelle 10">
            <a:extLst>
              <a:ext uri="{FF2B5EF4-FFF2-40B4-BE49-F238E27FC236}">
                <a16:creationId xmlns:a16="http://schemas.microsoft.com/office/drawing/2014/main" id="{3AFB6BC1-B089-4C01-9F23-7D207072D6E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07988" y="2132856"/>
          <a:ext cx="8712000" cy="33905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4137653394"/>
                    </a:ext>
                  </a:extLst>
                </a:gridCol>
                <a:gridCol w="3672000">
                  <a:extLst>
                    <a:ext uri="{9D8B030D-6E8A-4147-A177-3AD203B41FA5}">
                      <a16:colId xmlns:a16="http://schemas.microsoft.com/office/drawing/2014/main" val="211072217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3606939103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3059338793"/>
                    </a:ext>
                  </a:extLst>
                </a:gridCol>
              </a:tblGrid>
              <a:tr h="648744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>
                          <a:solidFill>
                            <a:schemeClr val="accent5"/>
                          </a:solidFill>
                          <a:latin typeface="+mj-lt"/>
                        </a:rPr>
                        <a:t>Konzept-Feedback &amp; Freigabe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Schulungs-Tracking anbinden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8341730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172071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Workshop: Felder &amp; Unterlagen festlegen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Pilot in einer Region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9132335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de-DE" sz="80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90265178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MVP: Vorgang, Status &amp; Berater-Portal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Feedback einarbeiten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220061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endParaRPr lang="de-DE" sz="80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sz="800" b="0" dirty="0">
                        <a:solidFill>
                          <a:schemeClr val="accent5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739936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DocuSign-Anbindung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de-DE" dirty="0">
                        <a:solidFill>
                          <a:schemeClr val="accent2"/>
                        </a:solidFill>
                        <a:latin typeface="+mj-lt"/>
                      </a:endParaRP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kern="1200" dirty="0">
                          <a:solidFill>
                            <a:schemeClr val="accent5"/>
                          </a:solidFill>
                          <a:latin typeface="+mj-lt"/>
                          <a:ea typeface="+mn-ea"/>
                          <a:cs typeface="+mn-cs"/>
                        </a:rPr>
                        <a:t>Rollout für alle Regionen</a:t>
                      </a:r>
                    </a:p>
                  </a:txBody>
                  <a:tcPr marT="36000" marB="1080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2533472"/>
                  </a:ext>
                </a:extLst>
              </a:tr>
            </a:tbl>
          </a:graphicData>
        </a:graphic>
      </p:graphicFrame>
      <p:sp>
        <p:nvSpPr>
          <p:cNvPr id="4" name="Ellipse 3">
            <a:extLst>
              <a:ext uri="{FF2B5EF4-FFF2-40B4-BE49-F238E27FC236}">
                <a16:creationId xmlns:a16="http://schemas.microsoft.com/office/drawing/2014/main" id="{1FF054AB-F0C7-4563-BBFF-87CEEA6BF569}"/>
              </a:ext>
            </a:extLst>
          </p:cNvPr>
          <p:cNvSpPr>
            <a:spLocks noChangeAspect="1"/>
          </p:cNvSpPr>
          <p:nvPr/>
        </p:nvSpPr>
        <p:spPr>
          <a:xfrm>
            <a:off x="479425" y="2264099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1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B6300BB3-DC52-410A-9784-C96AF477932E}"/>
              </a:ext>
            </a:extLst>
          </p:cNvPr>
          <p:cNvSpPr>
            <a:spLocks noChangeAspect="1"/>
          </p:cNvSpPr>
          <p:nvPr/>
        </p:nvSpPr>
        <p:spPr>
          <a:xfrm>
            <a:off x="479425" y="3177872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2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3945231-E0CC-48DC-982E-EA33798B68C4}"/>
              </a:ext>
            </a:extLst>
          </p:cNvPr>
          <p:cNvSpPr>
            <a:spLocks noChangeAspect="1"/>
          </p:cNvSpPr>
          <p:nvPr/>
        </p:nvSpPr>
        <p:spPr>
          <a:xfrm>
            <a:off x="479425" y="4091645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3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DE78B09-04FF-414C-8B17-748F21F0927D}"/>
              </a:ext>
            </a:extLst>
          </p:cNvPr>
          <p:cNvSpPr>
            <a:spLocks noChangeAspect="1"/>
          </p:cNvSpPr>
          <p:nvPr/>
        </p:nvSpPr>
        <p:spPr>
          <a:xfrm>
            <a:off x="479425" y="5005419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4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29D26B16-232A-446F-AE03-7C98BB58C3D9}"/>
              </a:ext>
            </a:extLst>
          </p:cNvPr>
          <p:cNvSpPr>
            <a:spLocks noChangeAspect="1"/>
          </p:cNvSpPr>
          <p:nvPr/>
        </p:nvSpPr>
        <p:spPr>
          <a:xfrm>
            <a:off x="4799856" y="2264099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5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97F5A912-9C93-43DD-A588-503A4BCDF0CB}"/>
              </a:ext>
            </a:extLst>
          </p:cNvPr>
          <p:cNvSpPr>
            <a:spLocks noChangeAspect="1"/>
          </p:cNvSpPr>
          <p:nvPr/>
        </p:nvSpPr>
        <p:spPr>
          <a:xfrm>
            <a:off x="4799856" y="3177872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6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959430DD-9173-4BDA-B8B4-6B17BB83580F}"/>
              </a:ext>
            </a:extLst>
          </p:cNvPr>
          <p:cNvSpPr>
            <a:spLocks noChangeAspect="1"/>
          </p:cNvSpPr>
          <p:nvPr/>
        </p:nvSpPr>
        <p:spPr>
          <a:xfrm>
            <a:off x="4799856" y="4091645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7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D4F52D02-53E2-4BBD-BB29-D968D08312DC}"/>
              </a:ext>
            </a:extLst>
          </p:cNvPr>
          <p:cNvSpPr>
            <a:spLocks noChangeAspect="1"/>
          </p:cNvSpPr>
          <p:nvPr/>
        </p:nvSpPr>
        <p:spPr>
          <a:xfrm>
            <a:off x="4799856" y="5005419"/>
            <a:ext cx="540000" cy="54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dirty="0">
                <a:latin typeface="+mj-lt"/>
              </a:rPr>
              <a:t>8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5101EFB-4378-4352-84AA-2AF672FFA6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072000" y="6330586"/>
            <a:ext cx="6048000" cy="288000"/>
          </a:xfrm>
        </p:spPr>
        <p:txBody>
          <a:bodyPr/>
          <a:lstStyle/>
          <a:p>
            <a:pPr algn="ctr"/>
            <a:r>
              <a:rPr lang="de-DE" dirty="0"/>
              <a:t>Konzept • Digitales Berater-Onboarding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01A88AB-0386-4131-A073-4D3348A2A4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82415" y="6330586"/>
            <a:ext cx="288031" cy="288000"/>
          </a:xfrm>
        </p:spPr>
        <p:txBody>
          <a:bodyPr/>
          <a:lstStyle/>
          <a:p>
            <a:fld id="{E6924E2E-5978-4041-83C6-B53773FBD624}" type="slidenum">
              <a:rPr lang="de-DE" smtClean="0"/>
              <a:pPr/>
              <a:t>46</a:t>
            </a:fld>
            <a:endParaRPr lang="de-DE" sz="1000" dirty="0"/>
          </a:p>
        </p:txBody>
      </p:sp>
    </p:spTree>
    <p:extLst>
      <p:ext uri="{BB962C8B-B14F-4D97-AF65-F5344CB8AC3E}">
        <p14:creationId xmlns:p14="http://schemas.microsoft.com/office/powerpoint/2010/main" val="1649543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49403B-D48D-4D53-B18D-3B00E1F9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Vielen Dank.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9202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9337A"/>
                </a:solidFill>
              </a:rPr>
              <a:t>Fragen und Feedback gern direkt – danach starten wir mit dem Detail-Workshop.</a:t>
            </a:r>
          </a:p>
        </p:txBody>
      </p:sp>
    </p:spTree>
    <p:extLst>
      <p:ext uri="{BB962C8B-B14F-4D97-AF65-F5344CB8AC3E}">
        <p14:creationId xmlns:p14="http://schemas.microsoft.com/office/powerpoint/2010/main" val="2223718147"/>
      </p:ext>
    </p:extLst>
  </p:cSld>
  <p:clrMapOvr>
    <a:masterClrMapping/>
  </p:clrMapOvr>
</p:sld>
</file>

<file path=ppt/theme/theme1.xml><?xml version="1.0" encoding="utf-8"?>
<a:theme xmlns:a="http://schemas.openxmlformats.org/drawingml/2006/main" name="PYUR-B2C-Präsentations-Vorlage">
  <a:themeElements>
    <a:clrScheme name="PYUR-B2C_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9AD21C"/>
      </a:accent1>
      <a:accent2>
        <a:srgbClr val="0FCBEA"/>
      </a:accent2>
      <a:accent3>
        <a:srgbClr val="DE0C47"/>
      </a:accent3>
      <a:accent4>
        <a:srgbClr val="0F822C"/>
      </a:accent4>
      <a:accent5>
        <a:srgbClr val="19337A"/>
      </a:accent5>
      <a:accent6>
        <a:srgbClr val="501A66"/>
      </a:accent6>
      <a:hlink>
        <a:srgbClr val="19337A"/>
      </a:hlink>
      <a:folHlink>
        <a:srgbClr val="501A66"/>
      </a:folHlink>
    </a:clrScheme>
    <a:fontScheme name="PYUR-B2C_fonts">
      <a:majorFont>
        <a:latin typeface="Gilroy Bold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lIns="72000" tIns="36000" rIns="72000" bIns="36000"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accent2"/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72000" tIns="36000" rIns="72000" bIns="36000" rtlCol="0">
        <a:spAutoFit/>
      </a:bodyPr>
      <a:lstStyle>
        <a:defPPr algn="ctr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22-04-04_PYUR-B2C-Vorlage.pptx" id="{F620D848-69E4-4024-902D-F49AAF8AE45F}" vid="{AF2CC0B9-350A-4141-9776-A73142B5FB3C}"/>
    </a:ext>
  </a:extLst>
</a:theme>
</file>

<file path=ppt/theme/theme2.xml><?xml version="1.0" encoding="utf-8"?>
<a:theme xmlns:a="http://schemas.openxmlformats.org/drawingml/2006/main" name="Office">
  <a:themeElements>
    <a:clrScheme name="PYUR_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822C"/>
      </a:accent1>
      <a:accent2>
        <a:srgbClr val="9AD21C"/>
      </a:accent2>
      <a:accent3>
        <a:srgbClr val="DE0C47"/>
      </a:accent3>
      <a:accent4>
        <a:srgbClr val="501A66"/>
      </a:accent4>
      <a:accent5>
        <a:srgbClr val="19337A"/>
      </a:accent5>
      <a:accent6>
        <a:srgbClr val="BFBFBF"/>
      </a:accent6>
      <a:hlink>
        <a:srgbClr val="19337A"/>
      </a:hlink>
      <a:folHlink>
        <a:srgbClr val="501A66"/>
      </a:folHlink>
    </a:clrScheme>
    <a:fontScheme name="PYUR_fonts">
      <a:majorFont>
        <a:latin typeface="Gilroy Light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PYUR_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F822C"/>
      </a:accent1>
      <a:accent2>
        <a:srgbClr val="9AD21C"/>
      </a:accent2>
      <a:accent3>
        <a:srgbClr val="DE0C47"/>
      </a:accent3>
      <a:accent4>
        <a:srgbClr val="501A66"/>
      </a:accent4>
      <a:accent5>
        <a:srgbClr val="19337A"/>
      </a:accent5>
      <a:accent6>
        <a:srgbClr val="BFBFBF"/>
      </a:accent6>
      <a:hlink>
        <a:srgbClr val="19337A"/>
      </a:hlink>
      <a:folHlink>
        <a:srgbClr val="501A66"/>
      </a:folHlink>
    </a:clrScheme>
    <a:fontScheme name="PYUR_fonts">
      <a:majorFont>
        <a:latin typeface="Gilroy Light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9825740E9CB74B9A61B6113C6462C7" ma:contentTypeVersion="15" ma:contentTypeDescription="Ein neues Dokument erstellen." ma:contentTypeScope="" ma:versionID="f8e392e614cfcc4a5b81736ce8295a37">
  <xsd:schema xmlns:xsd="http://www.w3.org/2001/XMLSchema" xmlns:xs="http://www.w3.org/2001/XMLSchema" xmlns:p="http://schemas.microsoft.com/office/2006/metadata/properties" xmlns:ns3="c1fd8eca-6ef5-4c41-aff4-bdcbed2e6aa2" xmlns:ns4="786e3477-b51b-4f8d-83b3-348d4594321c" targetNamespace="http://schemas.microsoft.com/office/2006/metadata/properties" ma:root="true" ma:fieldsID="ae0838efe4b6fa97144d5635dc919a27" ns3:_="" ns4:_="">
    <xsd:import namespace="c1fd8eca-6ef5-4c41-aff4-bdcbed2e6aa2"/>
    <xsd:import namespace="786e3477-b51b-4f8d-83b3-348d4594321c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ystemTags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fd8eca-6ef5-4c41-aff4-bdcbed2e6aa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6e3477-b51b-4f8d-83b3-348d4594321c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1fd8eca-6ef5-4c41-aff4-bdcbed2e6aa2" xsi:nil="true"/>
  </documentManagement>
</p:properties>
</file>

<file path=customXml/itemProps1.xml><?xml version="1.0" encoding="utf-8"?>
<ds:datastoreItem xmlns:ds="http://schemas.openxmlformats.org/officeDocument/2006/customXml" ds:itemID="{93E566E4-3F7E-4F3A-94D7-C8D2BB9022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1fd8eca-6ef5-4c41-aff4-bdcbed2e6aa2"/>
    <ds:schemaRef ds:uri="786e3477-b51b-4f8d-83b3-348d459432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35B4C9-7862-4A1A-A77D-D9B08058B1F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C1809F1-1450-4759-BC28-2203FDDAA1CE}">
  <ds:schemaRefs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dcmitype/"/>
    <ds:schemaRef ds:uri="786e3477-b51b-4f8d-83b3-348d4594321c"/>
    <ds:schemaRef ds:uri="http://purl.org/dc/elements/1.1/"/>
    <ds:schemaRef ds:uri="http://schemas.openxmlformats.org/package/2006/metadata/core-properties"/>
    <ds:schemaRef ds:uri="c1fd8eca-6ef5-4c41-aff4-bdcbed2e6aa2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B2C-Vorlage</Template>
  <TotalTime>0</TotalTime>
  <Words>3468</Words>
  <Application>Microsoft Office PowerPoint</Application>
  <PresentationFormat>Breitbild</PresentationFormat>
  <Paragraphs>762</Paragraphs>
  <Slides>99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99</vt:i4>
      </vt:variant>
    </vt:vector>
  </HeadingPairs>
  <TitlesOfParts>
    <vt:vector size="104" baseType="lpstr">
      <vt:lpstr>Gilroy Medium</vt:lpstr>
      <vt:lpstr>Gilroy Bold</vt:lpstr>
      <vt:lpstr>Roboto Light</vt:lpstr>
      <vt:lpstr>Arial</vt:lpstr>
      <vt:lpstr>PYUR-B2C-Präsentations-Vorlage</vt:lpstr>
      <vt:lpstr>Titel ohne Bild.</vt:lpstr>
      <vt:lpstr>Titel mit Bild.</vt:lpstr>
      <vt:lpstr>Titel mit Hallo.</vt:lpstr>
      <vt:lpstr>Titel mit Wir.</vt:lpstr>
      <vt:lpstr>Zwischen-Folie.</vt:lpstr>
      <vt:lpstr>Zwischen-Folie.</vt:lpstr>
      <vt:lpstr>Zwischen-Folie grün.</vt:lpstr>
      <vt:lpstr>Zwischen-Folie rot.</vt:lpstr>
      <vt:lpstr>Zwischen-Folie blau.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Zwischen-Folie.</vt:lpstr>
      <vt:lpstr>Farben.</vt:lpstr>
      <vt:lpstr>Schriften.</vt:lpstr>
      <vt:lpstr>Woran wir glauben, treibt uns an.</vt:lpstr>
      <vt:lpstr>Agenda.</vt:lpstr>
      <vt:lpstr>Agenda.</vt:lpstr>
      <vt:lpstr>Agenda.</vt:lpstr>
      <vt:lpstr>Agenda.</vt:lpstr>
      <vt:lpstr>Agenda.</vt:lpstr>
      <vt:lpstr>Agenda.</vt:lpstr>
      <vt:lpstr>Agenda.</vt:lpstr>
      <vt:lpstr>PowerPoint-Präsentation</vt:lpstr>
      <vt:lpstr>PowerPoint-Präsentation</vt:lpstr>
      <vt:lpstr>Text einspaltig Bild</vt:lpstr>
      <vt:lpstr>Text einspaltig Bild.</vt:lpstr>
      <vt:lpstr>Titel einspaltig Karte.</vt:lpstr>
      <vt:lpstr>Text einspaltig mit Grafik.</vt:lpstr>
      <vt:lpstr>Titel.</vt:lpstr>
      <vt:lpstr>Text 2 Spalten.</vt:lpstr>
      <vt:lpstr>Text 2 Spalten</vt:lpstr>
      <vt:lpstr>Text 2 Spalten mit Zitat.</vt:lpstr>
      <vt:lpstr>Prozess von oben nach unten</vt:lpstr>
      <vt:lpstr>Text 3 Spalten mit Bildern.</vt:lpstr>
      <vt:lpstr>Text 3 Spalten mit Marker.</vt:lpstr>
      <vt:lpstr>Text 3 Spalten.</vt:lpstr>
      <vt:lpstr>Langer Text mit vielen Buchstaben und 3 Spalten.</vt:lpstr>
      <vt:lpstr>Text 3 Spalten mit Bild.</vt:lpstr>
      <vt:lpstr>Text 4 Spalten.</vt:lpstr>
      <vt:lpstr>Text Struktur 4 Spalten.</vt:lpstr>
      <vt:lpstr>Text Struktur 5 Spalten.</vt:lpstr>
      <vt:lpstr>Prozess von links nach rechts</vt:lpstr>
      <vt:lpstr>Diagramm.</vt:lpstr>
      <vt:lpstr>Diagramm.</vt:lpstr>
      <vt:lpstr>Diagramm.</vt:lpstr>
      <vt:lpstr>Streaming heute und morgen.</vt:lpstr>
      <vt:lpstr>Schematische Darstellung.</vt:lpstr>
      <vt:lpstr>Schematische Darstellung.</vt:lpstr>
      <vt:lpstr>Schematische Darstellung.</vt:lpstr>
      <vt:lpstr>Organigramm &amp; Teamstruktur.</vt:lpstr>
      <vt:lpstr>Organigramm &amp; Teamstruktur.</vt:lpstr>
      <vt:lpstr>Organigramm &amp; Teamstruktur.</vt:lpstr>
      <vt:lpstr>Team Struktur.</vt:lpstr>
      <vt:lpstr>Tabelle.</vt:lpstr>
      <vt:lpstr>Zeitschiene.</vt:lpstr>
      <vt:lpstr>Icons.</vt:lpstr>
      <vt:lpstr>Icons.</vt:lpstr>
      <vt:lpstr>Icons.</vt:lpstr>
      <vt:lpstr>PowerPoint-Präsentation</vt:lpstr>
      <vt:lpstr>PowerPoint-Präsentation</vt:lpstr>
      <vt:lpstr>PowerPoint-Präsentation</vt:lpstr>
      <vt:lpstr>PowerPoint-Präsentation</vt:lpstr>
      <vt:lpstr>Vielen Dank.</vt:lpstr>
      <vt:lpstr>Produkticons in vier Farben.</vt:lpstr>
      <vt:lpstr>Punkt-Ensemble mit Produkt-Icons.</vt:lpstr>
      <vt:lpstr>Marker – Rahmen rechteckig.</vt:lpstr>
      <vt:lpstr>Marker – Textboxen rechteckig.</vt:lpstr>
      <vt:lpstr>Marker – Textboxen rund.</vt:lpstr>
      <vt:lpstr>Marker – Background 1.</vt:lpstr>
      <vt:lpstr>Marker – Background 2.</vt:lpstr>
      <vt:lpstr>Marker – Linien und Pfeile.</vt:lpstr>
      <vt:lpstr>Marker – Pfeile mit Wirbel.</vt:lpstr>
      <vt:lpstr>Marker – Unterstreichungen.</vt:lpstr>
      <vt:lpstr>Marker – Herzen &amp; Smiley.</vt:lpstr>
    </vt:vector>
  </TitlesOfParts>
  <Company>Telecolumbus 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Zepter, Dennis</dc:creator>
  <cp:lastModifiedBy>Zepter, Dennis</cp:lastModifiedBy>
  <cp:revision>1</cp:revision>
  <dcterms:created xsi:type="dcterms:W3CDTF">2026-07-21T12:58:31Z</dcterms:created>
  <dcterms:modified xsi:type="dcterms:W3CDTF">2026-07-21T12:59:33Z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0x0101002D9825740E9CB74B9A61B6113C6462C7</vt:lpwstr>
  </property>
</Properties>
</file>